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</p:sldMasterIdLst>
  <p:notesMasterIdLst>
    <p:notesMasterId r:id="rId8"/>
  </p:notesMasterIdLst>
  <p:sldIdLst>
    <p:sldId id="256" r:id="rId2"/>
    <p:sldId id="315" r:id="rId3"/>
    <p:sldId id="309" r:id="rId4"/>
    <p:sldId id="313" r:id="rId5"/>
    <p:sldId id="314" r:id="rId6"/>
    <p:sldId id="258" r:id="rId7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D10034"/>
    <a:srgbClr val="002F75"/>
    <a:srgbClr val="D00034"/>
    <a:srgbClr val="002F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26" autoAdjust="0"/>
    <p:restoredTop sz="94660"/>
  </p:normalViewPr>
  <p:slideViewPr>
    <p:cSldViewPr snapToGrid="0">
      <p:cViewPr varScale="1">
        <p:scale>
          <a:sx n="73" d="100"/>
          <a:sy n="73" d="100"/>
        </p:scale>
        <p:origin x="62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172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A23EC6-F980-4D14-8B40-92C53E9D0946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678B3D72-19E0-4796-9833-33F86141C57C}">
      <dgm:prSet phldrT="[Text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smtClean="0">
              <a:latin typeface="Times New Roman" panose="02020603050405020304" pitchFamily="18" charset="0"/>
              <a:cs typeface="Times New Roman" panose="02020603050405020304" pitchFamily="18" charset="0"/>
            </a:rPr>
            <a:t>Printer</a:t>
          </a:r>
        </a:p>
        <a:p>
          <a:r>
            <a:rPr lang="en-US" smtClean="0">
              <a:latin typeface="Times New Roman" panose="02020603050405020304" pitchFamily="18" charset="0"/>
              <a:cs typeface="Times New Roman" panose="02020603050405020304" pitchFamily="18" charset="0"/>
            </a:rPr>
            <a:t>(In thiếc)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29AF75-A674-42E0-8496-822600339582}" type="parTrans" cxnId="{FC991691-4A58-40C4-9D5C-E895CC75E5EF}">
      <dgm:prSet/>
      <dgm:spPr/>
      <dgm:t>
        <a:bodyPr/>
        <a:lstStyle/>
        <a:p>
          <a:endParaRPr lang="en-US"/>
        </a:p>
      </dgm:t>
    </dgm:pt>
    <dgm:pt modelId="{CCCB5470-42B2-4A5E-85BA-47904729DA9A}" type="sibTrans" cxnId="{FC991691-4A58-40C4-9D5C-E895CC75E5EF}">
      <dgm:prSet/>
      <dgm:spPr/>
      <dgm:t>
        <a:bodyPr/>
        <a:lstStyle/>
        <a:p>
          <a:endParaRPr lang="en-US"/>
        </a:p>
      </dgm:t>
    </dgm:pt>
    <dgm:pt modelId="{5ABEB961-8A08-4291-80CD-E8747B7567DE}">
      <dgm:prSet phldrT="[Text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smtClean="0">
              <a:latin typeface="Times New Roman" panose="02020603050405020304" pitchFamily="18" charset="0"/>
              <a:cs typeface="Times New Roman" panose="02020603050405020304" pitchFamily="18" charset="0"/>
            </a:rPr>
            <a:t>SPI</a:t>
          </a:r>
        </a:p>
        <a:p>
          <a:r>
            <a:rPr lang="en-US" smtClean="0">
              <a:latin typeface="Times New Roman" panose="02020603050405020304" pitchFamily="18" charset="0"/>
              <a:cs typeface="Times New Roman" panose="02020603050405020304" pitchFamily="18" charset="0"/>
            </a:rPr>
            <a:t>(kiểm tra thiếc, đoản mạch)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629573D-1166-4653-8F0F-D6E179516924}" type="parTrans" cxnId="{70DFE801-AA96-4B35-B142-EE0579870CF0}">
      <dgm:prSet/>
      <dgm:spPr/>
      <dgm:t>
        <a:bodyPr/>
        <a:lstStyle/>
        <a:p>
          <a:endParaRPr lang="en-US"/>
        </a:p>
      </dgm:t>
    </dgm:pt>
    <dgm:pt modelId="{C96B90A3-E554-44F3-A7FE-4D6D07A6E3A2}" type="sibTrans" cxnId="{70DFE801-AA96-4B35-B142-EE0579870CF0}">
      <dgm:prSet/>
      <dgm:spPr/>
      <dgm:t>
        <a:bodyPr/>
        <a:lstStyle/>
        <a:p>
          <a:endParaRPr lang="en-US"/>
        </a:p>
      </dgm:t>
    </dgm:pt>
    <dgm:pt modelId="{9EFCAF64-7312-46E4-AC89-2D629C05C457}">
      <dgm:prSet phldrT="[Text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smtClean="0">
              <a:latin typeface="Times New Roman" panose="02020603050405020304" pitchFamily="18" charset="0"/>
              <a:cs typeface="Times New Roman" panose="02020603050405020304" pitchFamily="18" charset="0"/>
            </a:rPr>
            <a:t>Dán linh kiện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EB57F12-72E6-4B2B-A9C5-1EA8FDE95774}" type="parTrans" cxnId="{56BD2089-B5F0-4940-B0F6-28EBCB5DC2D9}">
      <dgm:prSet/>
      <dgm:spPr/>
      <dgm:t>
        <a:bodyPr/>
        <a:lstStyle/>
        <a:p>
          <a:endParaRPr lang="en-US"/>
        </a:p>
      </dgm:t>
    </dgm:pt>
    <dgm:pt modelId="{A653B16B-169E-4FAB-B06E-3568217B7B5A}" type="sibTrans" cxnId="{56BD2089-B5F0-4940-B0F6-28EBCB5DC2D9}">
      <dgm:prSet/>
      <dgm:spPr/>
      <dgm:t>
        <a:bodyPr/>
        <a:lstStyle/>
        <a:p>
          <a:endParaRPr lang="en-US"/>
        </a:p>
      </dgm:t>
    </dgm:pt>
    <dgm:pt modelId="{9E1D0D99-A130-46FE-817F-4F50739589FD}" type="pres">
      <dgm:prSet presAssocID="{76A23EC6-F980-4D14-8B40-92C53E9D0946}" presName="Name0" presStyleCnt="0">
        <dgm:presLayoutVars>
          <dgm:dir/>
          <dgm:animLvl val="lvl"/>
          <dgm:resizeHandles val="exact"/>
        </dgm:presLayoutVars>
      </dgm:prSet>
      <dgm:spPr/>
    </dgm:pt>
    <dgm:pt modelId="{B8414239-F870-4E63-8888-FFBC1FD2EA61}" type="pres">
      <dgm:prSet presAssocID="{678B3D72-19E0-4796-9833-33F86141C57C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FFF90A-1935-4A2F-BE66-EB67DA4294F2}" type="pres">
      <dgm:prSet presAssocID="{CCCB5470-42B2-4A5E-85BA-47904729DA9A}" presName="parTxOnlySpace" presStyleCnt="0"/>
      <dgm:spPr/>
    </dgm:pt>
    <dgm:pt modelId="{21518638-BD47-4FD1-B412-C29DA6BC8553}" type="pres">
      <dgm:prSet presAssocID="{5ABEB961-8A08-4291-80CD-E8747B7567D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709B491-A659-41AE-927D-F7F331E45D4D}" type="pres">
      <dgm:prSet presAssocID="{C96B90A3-E554-44F3-A7FE-4D6D07A6E3A2}" presName="parTxOnlySpace" presStyleCnt="0"/>
      <dgm:spPr/>
    </dgm:pt>
    <dgm:pt modelId="{0AA2DF47-29AA-41FB-89DE-561C2115BC1C}" type="pres">
      <dgm:prSet presAssocID="{9EFCAF64-7312-46E4-AC89-2D629C05C457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C991691-4A58-40C4-9D5C-E895CC75E5EF}" srcId="{76A23EC6-F980-4D14-8B40-92C53E9D0946}" destId="{678B3D72-19E0-4796-9833-33F86141C57C}" srcOrd="0" destOrd="0" parTransId="{4829AF75-A674-42E0-8496-822600339582}" sibTransId="{CCCB5470-42B2-4A5E-85BA-47904729DA9A}"/>
    <dgm:cxn modelId="{9F641521-1274-4158-9D45-D3F11088F6A5}" type="presOf" srcId="{9EFCAF64-7312-46E4-AC89-2D629C05C457}" destId="{0AA2DF47-29AA-41FB-89DE-561C2115BC1C}" srcOrd="0" destOrd="0" presId="urn:microsoft.com/office/officeart/2005/8/layout/chevron1"/>
    <dgm:cxn modelId="{56BD2089-B5F0-4940-B0F6-28EBCB5DC2D9}" srcId="{76A23EC6-F980-4D14-8B40-92C53E9D0946}" destId="{9EFCAF64-7312-46E4-AC89-2D629C05C457}" srcOrd="2" destOrd="0" parTransId="{9EB57F12-72E6-4B2B-A9C5-1EA8FDE95774}" sibTransId="{A653B16B-169E-4FAB-B06E-3568217B7B5A}"/>
    <dgm:cxn modelId="{9BF869B8-EA32-4176-9169-C4CA97646C3F}" type="presOf" srcId="{5ABEB961-8A08-4291-80CD-E8747B7567DE}" destId="{21518638-BD47-4FD1-B412-C29DA6BC8553}" srcOrd="0" destOrd="0" presId="urn:microsoft.com/office/officeart/2005/8/layout/chevron1"/>
    <dgm:cxn modelId="{2308ED7B-B6C2-43A7-97E9-A814AB9C7D81}" type="presOf" srcId="{76A23EC6-F980-4D14-8B40-92C53E9D0946}" destId="{9E1D0D99-A130-46FE-817F-4F50739589FD}" srcOrd="0" destOrd="0" presId="urn:microsoft.com/office/officeart/2005/8/layout/chevron1"/>
    <dgm:cxn modelId="{70DFE801-AA96-4B35-B142-EE0579870CF0}" srcId="{76A23EC6-F980-4D14-8B40-92C53E9D0946}" destId="{5ABEB961-8A08-4291-80CD-E8747B7567DE}" srcOrd="1" destOrd="0" parTransId="{0629573D-1166-4653-8F0F-D6E179516924}" sibTransId="{C96B90A3-E554-44F3-A7FE-4D6D07A6E3A2}"/>
    <dgm:cxn modelId="{787475AB-2008-4CE6-8ED6-E9A0EC4062D5}" type="presOf" srcId="{678B3D72-19E0-4796-9833-33F86141C57C}" destId="{B8414239-F870-4E63-8888-FFBC1FD2EA61}" srcOrd="0" destOrd="0" presId="urn:microsoft.com/office/officeart/2005/8/layout/chevron1"/>
    <dgm:cxn modelId="{B3B0F1CD-45EA-4994-9EB2-2FDAC72E0922}" type="presParOf" srcId="{9E1D0D99-A130-46FE-817F-4F50739589FD}" destId="{B8414239-F870-4E63-8888-FFBC1FD2EA61}" srcOrd="0" destOrd="0" presId="urn:microsoft.com/office/officeart/2005/8/layout/chevron1"/>
    <dgm:cxn modelId="{BC0BA201-C43E-47CA-8104-C63F8A8C9C98}" type="presParOf" srcId="{9E1D0D99-A130-46FE-817F-4F50739589FD}" destId="{29FFF90A-1935-4A2F-BE66-EB67DA4294F2}" srcOrd="1" destOrd="0" presId="urn:microsoft.com/office/officeart/2005/8/layout/chevron1"/>
    <dgm:cxn modelId="{DCAA9B49-7C1E-44C6-9DA6-005CEFCD51DE}" type="presParOf" srcId="{9E1D0D99-A130-46FE-817F-4F50739589FD}" destId="{21518638-BD47-4FD1-B412-C29DA6BC8553}" srcOrd="2" destOrd="0" presId="urn:microsoft.com/office/officeart/2005/8/layout/chevron1"/>
    <dgm:cxn modelId="{C06E654A-263A-44F0-A76D-48C2438F5878}" type="presParOf" srcId="{9E1D0D99-A130-46FE-817F-4F50739589FD}" destId="{F709B491-A659-41AE-927D-F7F331E45D4D}" srcOrd="3" destOrd="0" presId="urn:microsoft.com/office/officeart/2005/8/layout/chevron1"/>
    <dgm:cxn modelId="{410EB739-DF08-4C50-BBBB-CA83ABE6A31E}" type="presParOf" srcId="{9E1D0D99-A130-46FE-817F-4F50739589FD}" destId="{0AA2DF47-29AA-41FB-89DE-561C2115BC1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A23EC6-F980-4D14-8B40-92C53E9D0946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678B3D72-19E0-4796-9833-33F86141C57C}">
      <dgm:prSet phldrT="[Text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smtClean="0">
              <a:latin typeface="Times New Roman" panose="02020603050405020304" pitchFamily="18" charset="0"/>
              <a:cs typeface="Times New Roman" panose="02020603050405020304" pitchFamily="18" charset="0"/>
            </a:rPr>
            <a:t>AOI trước lò</a:t>
          </a:r>
        </a:p>
        <a:p>
          <a:r>
            <a:rPr lang="en-US" smtClean="0">
              <a:latin typeface="Times New Roman" panose="02020603050405020304" pitchFamily="18" charset="0"/>
              <a:cs typeface="Times New Roman" panose="02020603050405020304" pitchFamily="18" charset="0"/>
            </a:rPr>
            <a:t>(kiểm tra ngược cực, chập thiếc..)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29AF75-A674-42E0-8496-822600339582}" type="parTrans" cxnId="{FC991691-4A58-40C4-9D5C-E895CC75E5EF}">
      <dgm:prSet/>
      <dgm:spPr/>
      <dgm:t>
        <a:bodyPr/>
        <a:lstStyle/>
        <a:p>
          <a:endParaRPr lang="en-US"/>
        </a:p>
      </dgm:t>
    </dgm:pt>
    <dgm:pt modelId="{CCCB5470-42B2-4A5E-85BA-47904729DA9A}" type="sibTrans" cxnId="{FC991691-4A58-40C4-9D5C-E895CC75E5EF}">
      <dgm:prSet/>
      <dgm:spPr/>
      <dgm:t>
        <a:bodyPr/>
        <a:lstStyle/>
        <a:p>
          <a:endParaRPr lang="en-US"/>
        </a:p>
      </dgm:t>
    </dgm:pt>
    <dgm:pt modelId="{5ABEB961-8A08-4291-80CD-E8747B7567DE}">
      <dgm:prSet phldrT="[Text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smtClean="0">
              <a:latin typeface="Times New Roman" panose="02020603050405020304" pitchFamily="18" charset="0"/>
              <a:cs typeface="Times New Roman" panose="02020603050405020304" pitchFamily="18" charset="0"/>
            </a:rPr>
            <a:t>Lò hàn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629573D-1166-4653-8F0F-D6E179516924}" type="parTrans" cxnId="{70DFE801-AA96-4B35-B142-EE0579870CF0}">
      <dgm:prSet/>
      <dgm:spPr/>
      <dgm:t>
        <a:bodyPr/>
        <a:lstStyle/>
        <a:p>
          <a:endParaRPr lang="en-US"/>
        </a:p>
      </dgm:t>
    </dgm:pt>
    <dgm:pt modelId="{C96B90A3-E554-44F3-A7FE-4D6D07A6E3A2}" type="sibTrans" cxnId="{70DFE801-AA96-4B35-B142-EE0579870CF0}">
      <dgm:prSet/>
      <dgm:spPr/>
      <dgm:t>
        <a:bodyPr/>
        <a:lstStyle/>
        <a:p>
          <a:endParaRPr lang="en-US"/>
        </a:p>
      </dgm:t>
    </dgm:pt>
    <dgm:pt modelId="{9EFCAF64-7312-46E4-AC89-2D629C05C457}">
      <dgm:prSet phldrT="[Text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smtClean="0">
              <a:latin typeface="Times New Roman" panose="02020603050405020304" pitchFamily="18" charset="0"/>
              <a:cs typeface="Times New Roman" panose="02020603050405020304" pitchFamily="18" charset="0"/>
            </a:rPr>
            <a:t>Dán kiện lớn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EB57F12-72E6-4B2B-A9C5-1EA8FDE95774}" type="parTrans" cxnId="{56BD2089-B5F0-4940-B0F6-28EBCB5DC2D9}">
      <dgm:prSet/>
      <dgm:spPr/>
      <dgm:t>
        <a:bodyPr/>
        <a:lstStyle/>
        <a:p>
          <a:endParaRPr lang="en-US"/>
        </a:p>
      </dgm:t>
    </dgm:pt>
    <dgm:pt modelId="{A653B16B-169E-4FAB-B06E-3568217B7B5A}" type="sibTrans" cxnId="{56BD2089-B5F0-4940-B0F6-28EBCB5DC2D9}">
      <dgm:prSet/>
      <dgm:spPr/>
      <dgm:t>
        <a:bodyPr/>
        <a:lstStyle/>
        <a:p>
          <a:endParaRPr lang="en-US"/>
        </a:p>
      </dgm:t>
    </dgm:pt>
    <dgm:pt modelId="{9E1D0D99-A130-46FE-817F-4F50739589FD}" type="pres">
      <dgm:prSet presAssocID="{76A23EC6-F980-4D14-8B40-92C53E9D0946}" presName="Name0" presStyleCnt="0">
        <dgm:presLayoutVars>
          <dgm:dir/>
          <dgm:animLvl val="lvl"/>
          <dgm:resizeHandles val="exact"/>
        </dgm:presLayoutVars>
      </dgm:prSet>
      <dgm:spPr/>
    </dgm:pt>
    <dgm:pt modelId="{B8414239-F870-4E63-8888-FFBC1FD2EA61}" type="pres">
      <dgm:prSet presAssocID="{678B3D72-19E0-4796-9833-33F86141C57C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FFF90A-1935-4A2F-BE66-EB67DA4294F2}" type="pres">
      <dgm:prSet presAssocID="{CCCB5470-42B2-4A5E-85BA-47904729DA9A}" presName="parTxOnlySpace" presStyleCnt="0"/>
      <dgm:spPr/>
    </dgm:pt>
    <dgm:pt modelId="{21518638-BD47-4FD1-B412-C29DA6BC8553}" type="pres">
      <dgm:prSet presAssocID="{5ABEB961-8A08-4291-80CD-E8747B7567D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709B491-A659-41AE-927D-F7F331E45D4D}" type="pres">
      <dgm:prSet presAssocID="{C96B90A3-E554-44F3-A7FE-4D6D07A6E3A2}" presName="parTxOnlySpace" presStyleCnt="0"/>
      <dgm:spPr/>
    </dgm:pt>
    <dgm:pt modelId="{0AA2DF47-29AA-41FB-89DE-561C2115BC1C}" type="pres">
      <dgm:prSet presAssocID="{9EFCAF64-7312-46E4-AC89-2D629C05C457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F641521-1274-4158-9D45-D3F11088F6A5}" type="presOf" srcId="{9EFCAF64-7312-46E4-AC89-2D629C05C457}" destId="{0AA2DF47-29AA-41FB-89DE-561C2115BC1C}" srcOrd="0" destOrd="0" presId="urn:microsoft.com/office/officeart/2005/8/layout/chevron1"/>
    <dgm:cxn modelId="{FC991691-4A58-40C4-9D5C-E895CC75E5EF}" srcId="{76A23EC6-F980-4D14-8B40-92C53E9D0946}" destId="{678B3D72-19E0-4796-9833-33F86141C57C}" srcOrd="0" destOrd="0" parTransId="{4829AF75-A674-42E0-8496-822600339582}" sibTransId="{CCCB5470-42B2-4A5E-85BA-47904729DA9A}"/>
    <dgm:cxn modelId="{56BD2089-B5F0-4940-B0F6-28EBCB5DC2D9}" srcId="{76A23EC6-F980-4D14-8B40-92C53E9D0946}" destId="{9EFCAF64-7312-46E4-AC89-2D629C05C457}" srcOrd="2" destOrd="0" parTransId="{9EB57F12-72E6-4B2B-A9C5-1EA8FDE95774}" sibTransId="{A653B16B-169E-4FAB-B06E-3568217B7B5A}"/>
    <dgm:cxn modelId="{2308ED7B-B6C2-43A7-97E9-A814AB9C7D81}" type="presOf" srcId="{76A23EC6-F980-4D14-8B40-92C53E9D0946}" destId="{9E1D0D99-A130-46FE-817F-4F50739589FD}" srcOrd="0" destOrd="0" presId="urn:microsoft.com/office/officeart/2005/8/layout/chevron1"/>
    <dgm:cxn modelId="{9BF869B8-EA32-4176-9169-C4CA97646C3F}" type="presOf" srcId="{5ABEB961-8A08-4291-80CD-E8747B7567DE}" destId="{21518638-BD47-4FD1-B412-C29DA6BC8553}" srcOrd="0" destOrd="0" presId="urn:microsoft.com/office/officeart/2005/8/layout/chevron1"/>
    <dgm:cxn modelId="{70DFE801-AA96-4B35-B142-EE0579870CF0}" srcId="{76A23EC6-F980-4D14-8B40-92C53E9D0946}" destId="{5ABEB961-8A08-4291-80CD-E8747B7567DE}" srcOrd="1" destOrd="0" parTransId="{0629573D-1166-4653-8F0F-D6E179516924}" sibTransId="{C96B90A3-E554-44F3-A7FE-4D6D07A6E3A2}"/>
    <dgm:cxn modelId="{787475AB-2008-4CE6-8ED6-E9A0EC4062D5}" type="presOf" srcId="{678B3D72-19E0-4796-9833-33F86141C57C}" destId="{B8414239-F870-4E63-8888-FFBC1FD2EA61}" srcOrd="0" destOrd="0" presId="urn:microsoft.com/office/officeart/2005/8/layout/chevron1"/>
    <dgm:cxn modelId="{B3B0F1CD-45EA-4994-9EB2-2FDAC72E0922}" type="presParOf" srcId="{9E1D0D99-A130-46FE-817F-4F50739589FD}" destId="{B8414239-F870-4E63-8888-FFBC1FD2EA61}" srcOrd="0" destOrd="0" presId="urn:microsoft.com/office/officeart/2005/8/layout/chevron1"/>
    <dgm:cxn modelId="{BC0BA201-C43E-47CA-8104-C63F8A8C9C98}" type="presParOf" srcId="{9E1D0D99-A130-46FE-817F-4F50739589FD}" destId="{29FFF90A-1935-4A2F-BE66-EB67DA4294F2}" srcOrd="1" destOrd="0" presId="urn:microsoft.com/office/officeart/2005/8/layout/chevron1"/>
    <dgm:cxn modelId="{DCAA9B49-7C1E-44C6-9DA6-005CEFCD51DE}" type="presParOf" srcId="{9E1D0D99-A130-46FE-817F-4F50739589FD}" destId="{21518638-BD47-4FD1-B412-C29DA6BC8553}" srcOrd="2" destOrd="0" presId="urn:microsoft.com/office/officeart/2005/8/layout/chevron1"/>
    <dgm:cxn modelId="{C06E654A-263A-44F0-A76D-48C2438F5878}" type="presParOf" srcId="{9E1D0D99-A130-46FE-817F-4F50739589FD}" destId="{F709B491-A659-41AE-927D-F7F331E45D4D}" srcOrd="3" destOrd="0" presId="urn:microsoft.com/office/officeart/2005/8/layout/chevron1"/>
    <dgm:cxn modelId="{410EB739-DF08-4C50-BBBB-CA83ABE6A31E}" type="presParOf" srcId="{9E1D0D99-A130-46FE-817F-4F50739589FD}" destId="{0AA2DF47-29AA-41FB-89DE-561C2115BC1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6A23EC6-F980-4D14-8B40-92C53E9D0946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678B3D72-19E0-4796-9833-33F86141C57C}">
      <dgm:prSet phldrT="[Text]"/>
      <dgm:spPr>
        <a:solidFill>
          <a:schemeClr val="accent6"/>
        </a:solidFill>
      </dgm:spPr>
      <dgm:t>
        <a:bodyPr/>
        <a:lstStyle/>
        <a:p>
          <a:r>
            <a:rPr lang="en-US" smtClean="0">
              <a:latin typeface="Times New Roman" panose="02020603050405020304" pitchFamily="18" charset="0"/>
              <a:cs typeface="Times New Roman" panose="02020603050405020304" pitchFamily="18" charset="0"/>
            </a:rPr>
            <a:t>Cắt bản</a:t>
          </a:r>
        </a:p>
        <a:p>
          <a:r>
            <a:rPr lang="en-US" smtClean="0">
              <a:latin typeface="Times New Roman" panose="02020603050405020304" pitchFamily="18" charset="0"/>
              <a:cs typeface="Times New Roman" panose="02020603050405020304" pitchFamily="18" charset="0"/>
            </a:rPr>
            <a:t>(phân chia thành bản rời)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29AF75-A674-42E0-8496-822600339582}" type="parTrans" cxnId="{FC991691-4A58-40C4-9D5C-E895CC75E5EF}">
      <dgm:prSet/>
      <dgm:spPr/>
      <dgm:t>
        <a:bodyPr/>
        <a:lstStyle/>
        <a:p>
          <a:endParaRPr lang="en-US"/>
        </a:p>
      </dgm:t>
    </dgm:pt>
    <dgm:pt modelId="{CCCB5470-42B2-4A5E-85BA-47904729DA9A}" type="sibTrans" cxnId="{FC991691-4A58-40C4-9D5C-E895CC75E5EF}">
      <dgm:prSet/>
      <dgm:spPr/>
      <dgm:t>
        <a:bodyPr/>
        <a:lstStyle/>
        <a:p>
          <a:endParaRPr lang="en-US"/>
        </a:p>
      </dgm:t>
    </dgm:pt>
    <dgm:pt modelId="{5ABEB961-8A08-4291-80CD-E8747B7567DE}">
      <dgm:prSet phldrT="[Text]"/>
      <dgm:spPr>
        <a:solidFill>
          <a:schemeClr val="accent6"/>
        </a:solidFill>
      </dgm:spPr>
      <dgm:t>
        <a:bodyPr/>
        <a:lstStyle/>
        <a:p>
          <a:r>
            <a:rPr lang="en-US" smtClean="0">
              <a:latin typeface="Times New Roman" panose="02020603050405020304" pitchFamily="18" charset="0"/>
              <a:cs typeface="Times New Roman" panose="02020603050405020304" pitchFamily="18" charset="0"/>
            </a:rPr>
            <a:t>Cắm kiện</a:t>
          </a:r>
        </a:p>
        <a:p>
          <a:r>
            <a:rPr lang="en-US" smtClean="0">
              <a:latin typeface="Times New Roman" panose="02020603050405020304" pitchFamily="18" charset="0"/>
              <a:cs typeface="Times New Roman" panose="02020603050405020304" pitchFamily="18" charset="0"/>
            </a:rPr>
            <a:t>(nắp nguồn, transformer,… )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629573D-1166-4653-8F0F-D6E179516924}" type="parTrans" cxnId="{70DFE801-AA96-4B35-B142-EE0579870CF0}">
      <dgm:prSet/>
      <dgm:spPr/>
      <dgm:t>
        <a:bodyPr/>
        <a:lstStyle/>
        <a:p>
          <a:endParaRPr lang="en-US"/>
        </a:p>
      </dgm:t>
    </dgm:pt>
    <dgm:pt modelId="{C96B90A3-E554-44F3-A7FE-4D6D07A6E3A2}" type="sibTrans" cxnId="{70DFE801-AA96-4B35-B142-EE0579870CF0}">
      <dgm:prSet/>
      <dgm:spPr/>
      <dgm:t>
        <a:bodyPr/>
        <a:lstStyle/>
        <a:p>
          <a:endParaRPr lang="en-US"/>
        </a:p>
      </dgm:t>
    </dgm:pt>
    <dgm:pt modelId="{9EFCAF64-7312-46E4-AC89-2D629C05C457}">
      <dgm:prSet phldrT="[Text]"/>
      <dgm:spPr>
        <a:solidFill>
          <a:schemeClr val="accent6"/>
        </a:solidFill>
      </dgm:spPr>
      <dgm:t>
        <a:bodyPr/>
        <a:lstStyle/>
        <a:p>
          <a:r>
            <a:rPr lang="en-US" smtClean="0">
              <a:latin typeface="Times New Roman" panose="02020603050405020304" pitchFamily="18" charset="0"/>
              <a:cs typeface="Times New Roman" panose="02020603050405020304" pitchFamily="18" charset="0"/>
            </a:rPr>
            <a:t>Phun flux</a:t>
          </a:r>
        </a:p>
        <a:p>
          <a:r>
            <a:rPr lang="en-US" smtClean="0">
              <a:latin typeface="Times New Roman" panose="02020603050405020304" pitchFamily="18" charset="0"/>
              <a:cs typeface="Times New Roman" panose="02020603050405020304" pitchFamily="18" charset="0"/>
            </a:rPr>
            <a:t>(chất trở kháng)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EB57F12-72E6-4B2B-A9C5-1EA8FDE95774}" type="parTrans" cxnId="{56BD2089-B5F0-4940-B0F6-28EBCB5DC2D9}">
      <dgm:prSet/>
      <dgm:spPr/>
      <dgm:t>
        <a:bodyPr/>
        <a:lstStyle/>
        <a:p>
          <a:endParaRPr lang="en-US"/>
        </a:p>
      </dgm:t>
    </dgm:pt>
    <dgm:pt modelId="{A653B16B-169E-4FAB-B06E-3568217B7B5A}" type="sibTrans" cxnId="{56BD2089-B5F0-4940-B0F6-28EBCB5DC2D9}">
      <dgm:prSet/>
      <dgm:spPr/>
      <dgm:t>
        <a:bodyPr/>
        <a:lstStyle/>
        <a:p>
          <a:endParaRPr lang="en-US"/>
        </a:p>
      </dgm:t>
    </dgm:pt>
    <dgm:pt modelId="{9E1D0D99-A130-46FE-817F-4F50739589FD}" type="pres">
      <dgm:prSet presAssocID="{76A23EC6-F980-4D14-8B40-92C53E9D0946}" presName="Name0" presStyleCnt="0">
        <dgm:presLayoutVars>
          <dgm:dir/>
          <dgm:animLvl val="lvl"/>
          <dgm:resizeHandles val="exact"/>
        </dgm:presLayoutVars>
      </dgm:prSet>
      <dgm:spPr/>
    </dgm:pt>
    <dgm:pt modelId="{B8414239-F870-4E63-8888-FFBC1FD2EA61}" type="pres">
      <dgm:prSet presAssocID="{678B3D72-19E0-4796-9833-33F86141C57C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FFF90A-1935-4A2F-BE66-EB67DA4294F2}" type="pres">
      <dgm:prSet presAssocID="{CCCB5470-42B2-4A5E-85BA-47904729DA9A}" presName="parTxOnlySpace" presStyleCnt="0"/>
      <dgm:spPr/>
    </dgm:pt>
    <dgm:pt modelId="{21518638-BD47-4FD1-B412-C29DA6BC8553}" type="pres">
      <dgm:prSet presAssocID="{5ABEB961-8A08-4291-80CD-E8747B7567DE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709B491-A659-41AE-927D-F7F331E45D4D}" type="pres">
      <dgm:prSet presAssocID="{C96B90A3-E554-44F3-A7FE-4D6D07A6E3A2}" presName="parTxOnlySpace" presStyleCnt="0"/>
      <dgm:spPr/>
    </dgm:pt>
    <dgm:pt modelId="{0AA2DF47-29AA-41FB-89DE-561C2115BC1C}" type="pres">
      <dgm:prSet presAssocID="{9EFCAF64-7312-46E4-AC89-2D629C05C457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C991691-4A58-40C4-9D5C-E895CC75E5EF}" srcId="{76A23EC6-F980-4D14-8B40-92C53E9D0946}" destId="{678B3D72-19E0-4796-9833-33F86141C57C}" srcOrd="0" destOrd="0" parTransId="{4829AF75-A674-42E0-8496-822600339582}" sibTransId="{CCCB5470-42B2-4A5E-85BA-47904729DA9A}"/>
    <dgm:cxn modelId="{9F641521-1274-4158-9D45-D3F11088F6A5}" type="presOf" srcId="{9EFCAF64-7312-46E4-AC89-2D629C05C457}" destId="{0AA2DF47-29AA-41FB-89DE-561C2115BC1C}" srcOrd="0" destOrd="0" presId="urn:microsoft.com/office/officeart/2005/8/layout/chevron1"/>
    <dgm:cxn modelId="{56BD2089-B5F0-4940-B0F6-28EBCB5DC2D9}" srcId="{76A23EC6-F980-4D14-8B40-92C53E9D0946}" destId="{9EFCAF64-7312-46E4-AC89-2D629C05C457}" srcOrd="2" destOrd="0" parTransId="{9EB57F12-72E6-4B2B-A9C5-1EA8FDE95774}" sibTransId="{A653B16B-169E-4FAB-B06E-3568217B7B5A}"/>
    <dgm:cxn modelId="{9BF869B8-EA32-4176-9169-C4CA97646C3F}" type="presOf" srcId="{5ABEB961-8A08-4291-80CD-E8747B7567DE}" destId="{21518638-BD47-4FD1-B412-C29DA6BC8553}" srcOrd="0" destOrd="0" presId="urn:microsoft.com/office/officeart/2005/8/layout/chevron1"/>
    <dgm:cxn modelId="{2308ED7B-B6C2-43A7-97E9-A814AB9C7D81}" type="presOf" srcId="{76A23EC6-F980-4D14-8B40-92C53E9D0946}" destId="{9E1D0D99-A130-46FE-817F-4F50739589FD}" srcOrd="0" destOrd="0" presId="urn:microsoft.com/office/officeart/2005/8/layout/chevron1"/>
    <dgm:cxn modelId="{70DFE801-AA96-4B35-B142-EE0579870CF0}" srcId="{76A23EC6-F980-4D14-8B40-92C53E9D0946}" destId="{5ABEB961-8A08-4291-80CD-E8747B7567DE}" srcOrd="1" destOrd="0" parTransId="{0629573D-1166-4653-8F0F-D6E179516924}" sibTransId="{C96B90A3-E554-44F3-A7FE-4D6D07A6E3A2}"/>
    <dgm:cxn modelId="{787475AB-2008-4CE6-8ED6-E9A0EC4062D5}" type="presOf" srcId="{678B3D72-19E0-4796-9833-33F86141C57C}" destId="{B8414239-F870-4E63-8888-FFBC1FD2EA61}" srcOrd="0" destOrd="0" presId="urn:microsoft.com/office/officeart/2005/8/layout/chevron1"/>
    <dgm:cxn modelId="{B3B0F1CD-45EA-4994-9EB2-2FDAC72E0922}" type="presParOf" srcId="{9E1D0D99-A130-46FE-817F-4F50739589FD}" destId="{B8414239-F870-4E63-8888-FFBC1FD2EA61}" srcOrd="0" destOrd="0" presId="urn:microsoft.com/office/officeart/2005/8/layout/chevron1"/>
    <dgm:cxn modelId="{BC0BA201-C43E-47CA-8104-C63F8A8C9C98}" type="presParOf" srcId="{9E1D0D99-A130-46FE-817F-4F50739589FD}" destId="{29FFF90A-1935-4A2F-BE66-EB67DA4294F2}" srcOrd="1" destOrd="0" presId="urn:microsoft.com/office/officeart/2005/8/layout/chevron1"/>
    <dgm:cxn modelId="{DCAA9B49-7C1E-44C6-9DA6-005CEFCD51DE}" type="presParOf" srcId="{9E1D0D99-A130-46FE-817F-4F50739589FD}" destId="{21518638-BD47-4FD1-B412-C29DA6BC8553}" srcOrd="2" destOrd="0" presId="urn:microsoft.com/office/officeart/2005/8/layout/chevron1"/>
    <dgm:cxn modelId="{C06E654A-263A-44F0-A76D-48C2438F5878}" type="presParOf" srcId="{9E1D0D99-A130-46FE-817F-4F50739589FD}" destId="{F709B491-A659-41AE-927D-F7F331E45D4D}" srcOrd="3" destOrd="0" presId="urn:microsoft.com/office/officeart/2005/8/layout/chevron1"/>
    <dgm:cxn modelId="{410EB739-DF08-4C50-BBBB-CA83ABE6A31E}" type="presParOf" srcId="{9E1D0D99-A130-46FE-817F-4F50739589FD}" destId="{0AA2DF47-29AA-41FB-89DE-561C2115BC1C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6A23EC6-F980-4D14-8B40-92C53E9D0946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678B3D72-19E0-4796-9833-33F86141C57C}">
      <dgm:prSet phldrT="[Text]"/>
      <dgm:spPr>
        <a:solidFill>
          <a:schemeClr val="accent6"/>
        </a:solidFill>
      </dgm:spPr>
      <dgm:t>
        <a:bodyPr/>
        <a:lstStyle/>
        <a:p>
          <a:r>
            <a:rPr lang="en-US" smtClean="0">
              <a:latin typeface="Times New Roman" panose="02020603050405020304" pitchFamily="18" charset="0"/>
              <a:cs typeface="Times New Roman" panose="02020603050405020304" pitchFamily="18" charset="0"/>
            </a:rPr>
            <a:t>Lò hàn</a:t>
          </a:r>
        </a:p>
        <a:p>
          <a:r>
            <a:rPr lang="en-US" smtClean="0">
              <a:latin typeface="Times New Roman" panose="02020603050405020304" pitchFamily="18" charset="0"/>
              <a:cs typeface="Times New Roman" panose="02020603050405020304" pitchFamily="18" charset="0"/>
            </a:rPr>
            <a:t>(hàn linh kiện dạng sóng)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29AF75-A674-42E0-8496-822600339582}" type="parTrans" cxnId="{FC991691-4A58-40C4-9D5C-E895CC75E5EF}">
      <dgm:prSet/>
      <dgm:spPr/>
      <dgm:t>
        <a:bodyPr/>
        <a:lstStyle/>
        <a:p>
          <a:endParaRPr lang="en-US"/>
        </a:p>
      </dgm:t>
    </dgm:pt>
    <dgm:pt modelId="{CCCB5470-42B2-4A5E-85BA-47904729DA9A}" type="sibTrans" cxnId="{FC991691-4A58-40C4-9D5C-E895CC75E5EF}">
      <dgm:prSet/>
      <dgm:spPr/>
      <dgm:t>
        <a:bodyPr/>
        <a:lstStyle/>
        <a:p>
          <a:endParaRPr lang="en-US"/>
        </a:p>
      </dgm:t>
    </dgm:pt>
    <dgm:pt modelId="{5ABEB961-8A08-4291-80CD-E8747B7567DE}">
      <dgm:prSet phldrT="[Text]"/>
      <dgm:spPr>
        <a:solidFill>
          <a:schemeClr val="accent6"/>
        </a:solidFill>
      </dgm:spPr>
      <dgm:t>
        <a:bodyPr/>
        <a:lstStyle/>
        <a:p>
          <a:r>
            <a:rPr lang="en-US" smtClean="0">
              <a:latin typeface="Times New Roman" panose="02020603050405020304" pitchFamily="18" charset="0"/>
              <a:cs typeface="Times New Roman" panose="02020603050405020304" pitchFamily="18" charset="0"/>
            </a:rPr>
            <a:t>VI</a:t>
          </a:r>
        </a:p>
        <a:p>
          <a:r>
            <a:rPr lang="en-US" smtClean="0">
              <a:latin typeface="Times New Roman" panose="02020603050405020304" pitchFamily="18" charset="0"/>
              <a:cs typeface="Times New Roman" panose="02020603050405020304" pitchFamily="18" charset="0"/>
            </a:rPr>
            <a:t>(kiểm tra ngoại quan)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629573D-1166-4653-8F0F-D6E179516924}" type="parTrans" cxnId="{70DFE801-AA96-4B35-B142-EE0579870CF0}">
      <dgm:prSet/>
      <dgm:spPr/>
      <dgm:t>
        <a:bodyPr/>
        <a:lstStyle/>
        <a:p>
          <a:endParaRPr lang="en-US"/>
        </a:p>
      </dgm:t>
    </dgm:pt>
    <dgm:pt modelId="{C96B90A3-E554-44F3-A7FE-4D6D07A6E3A2}" type="sibTrans" cxnId="{70DFE801-AA96-4B35-B142-EE0579870CF0}">
      <dgm:prSet/>
      <dgm:spPr/>
      <dgm:t>
        <a:bodyPr/>
        <a:lstStyle/>
        <a:p>
          <a:endParaRPr lang="en-US"/>
        </a:p>
      </dgm:t>
    </dgm:pt>
    <dgm:pt modelId="{9E1D0D99-A130-46FE-817F-4F50739589FD}" type="pres">
      <dgm:prSet presAssocID="{76A23EC6-F980-4D14-8B40-92C53E9D0946}" presName="Name0" presStyleCnt="0">
        <dgm:presLayoutVars>
          <dgm:dir/>
          <dgm:animLvl val="lvl"/>
          <dgm:resizeHandles val="exact"/>
        </dgm:presLayoutVars>
      </dgm:prSet>
      <dgm:spPr/>
    </dgm:pt>
    <dgm:pt modelId="{B8414239-F870-4E63-8888-FFBC1FD2EA61}" type="pres">
      <dgm:prSet presAssocID="{678B3D72-19E0-4796-9833-33F86141C57C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FFF90A-1935-4A2F-BE66-EB67DA4294F2}" type="pres">
      <dgm:prSet presAssocID="{CCCB5470-42B2-4A5E-85BA-47904729DA9A}" presName="parTxOnlySpace" presStyleCnt="0"/>
      <dgm:spPr/>
    </dgm:pt>
    <dgm:pt modelId="{21518638-BD47-4FD1-B412-C29DA6BC8553}" type="pres">
      <dgm:prSet presAssocID="{5ABEB961-8A08-4291-80CD-E8747B7567DE}" presName="parTxOnly" presStyleLbl="node1" presStyleIdx="1" presStyleCnt="2" custLinFactNeighborX="-18545" custLinFactNeighborY="154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C991691-4A58-40C4-9D5C-E895CC75E5EF}" srcId="{76A23EC6-F980-4D14-8B40-92C53E9D0946}" destId="{678B3D72-19E0-4796-9833-33F86141C57C}" srcOrd="0" destOrd="0" parTransId="{4829AF75-A674-42E0-8496-822600339582}" sibTransId="{CCCB5470-42B2-4A5E-85BA-47904729DA9A}"/>
    <dgm:cxn modelId="{2308ED7B-B6C2-43A7-97E9-A814AB9C7D81}" type="presOf" srcId="{76A23EC6-F980-4D14-8B40-92C53E9D0946}" destId="{9E1D0D99-A130-46FE-817F-4F50739589FD}" srcOrd="0" destOrd="0" presId="urn:microsoft.com/office/officeart/2005/8/layout/chevron1"/>
    <dgm:cxn modelId="{9BF869B8-EA32-4176-9169-C4CA97646C3F}" type="presOf" srcId="{5ABEB961-8A08-4291-80CD-E8747B7567DE}" destId="{21518638-BD47-4FD1-B412-C29DA6BC8553}" srcOrd="0" destOrd="0" presId="urn:microsoft.com/office/officeart/2005/8/layout/chevron1"/>
    <dgm:cxn modelId="{70DFE801-AA96-4B35-B142-EE0579870CF0}" srcId="{76A23EC6-F980-4D14-8B40-92C53E9D0946}" destId="{5ABEB961-8A08-4291-80CD-E8747B7567DE}" srcOrd="1" destOrd="0" parTransId="{0629573D-1166-4653-8F0F-D6E179516924}" sibTransId="{C96B90A3-E554-44F3-A7FE-4D6D07A6E3A2}"/>
    <dgm:cxn modelId="{787475AB-2008-4CE6-8ED6-E9A0EC4062D5}" type="presOf" srcId="{678B3D72-19E0-4796-9833-33F86141C57C}" destId="{B8414239-F870-4E63-8888-FFBC1FD2EA61}" srcOrd="0" destOrd="0" presId="urn:microsoft.com/office/officeart/2005/8/layout/chevron1"/>
    <dgm:cxn modelId="{B3B0F1CD-45EA-4994-9EB2-2FDAC72E0922}" type="presParOf" srcId="{9E1D0D99-A130-46FE-817F-4F50739589FD}" destId="{B8414239-F870-4E63-8888-FFBC1FD2EA61}" srcOrd="0" destOrd="0" presId="urn:microsoft.com/office/officeart/2005/8/layout/chevron1"/>
    <dgm:cxn modelId="{BC0BA201-C43E-47CA-8104-C63F8A8C9C98}" type="presParOf" srcId="{9E1D0D99-A130-46FE-817F-4F50739589FD}" destId="{29FFF90A-1935-4A2F-BE66-EB67DA4294F2}" srcOrd="1" destOrd="0" presId="urn:microsoft.com/office/officeart/2005/8/layout/chevron1"/>
    <dgm:cxn modelId="{DCAA9B49-7C1E-44C6-9DA6-005CEFCD51DE}" type="presParOf" srcId="{9E1D0D99-A130-46FE-817F-4F50739589FD}" destId="{21518638-BD47-4FD1-B412-C29DA6BC8553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23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D946B95-89F2-47CF-8B3B-AF14EE37894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AFEB8D0-D23F-400B-9313-705C61CFCB1B}">
      <dgm:prSet phldrT="[Text]" custT="1"/>
      <dgm:spPr>
        <a:solidFill>
          <a:schemeClr val="accent6"/>
        </a:solidFill>
      </dgm:spPr>
      <dgm:t>
        <a:bodyPr/>
        <a:lstStyle/>
        <a:p>
          <a:r>
            <a:rPr lang="en-US" sz="2800" smtClean="0">
              <a:latin typeface="Times New Roman" panose="02020603050405020304" pitchFamily="18" charset="0"/>
              <a:cs typeface="Times New Roman" panose="02020603050405020304" pitchFamily="18" charset="0"/>
            </a:rPr>
            <a:t>Kho</a:t>
          </a:r>
          <a:endParaRPr lang="en-US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444FC13-036C-4126-BFF8-99682D3159E4}" type="parTrans" cxnId="{D3C7C2E6-7845-41F6-888F-57FEDC976C8B}">
      <dgm:prSet/>
      <dgm:spPr/>
      <dgm:t>
        <a:bodyPr/>
        <a:lstStyle/>
        <a:p>
          <a:endParaRPr lang="en-US"/>
        </a:p>
      </dgm:t>
    </dgm:pt>
    <dgm:pt modelId="{BC58CE80-548D-4ACD-AFBD-7CFD54885438}" type="sibTrans" cxnId="{D3C7C2E6-7845-41F6-888F-57FEDC976C8B}">
      <dgm:prSet/>
      <dgm:spPr/>
      <dgm:t>
        <a:bodyPr/>
        <a:lstStyle/>
        <a:p>
          <a:endParaRPr lang="en-US"/>
        </a:p>
      </dgm:t>
    </dgm:pt>
    <dgm:pt modelId="{6566E7C5-99BA-4F96-9346-09554B7F8D9D}">
      <dgm:prSet phldrT="[Text]" custT="1"/>
      <dgm:spPr>
        <a:solidFill>
          <a:schemeClr val="accent1">
            <a:lumMod val="75000"/>
          </a:schemeClr>
        </a:solidFill>
      </dgm:spPr>
      <dgm:t>
        <a:bodyPr/>
        <a:lstStyle/>
        <a:p>
          <a:pPr algn="l"/>
          <a:r>
            <a:rPr lang="en-US" sz="2800" smtClean="0">
              <a:latin typeface="Times New Roman" panose="02020603050405020304" pitchFamily="18" charset="0"/>
              <a:cs typeface="Times New Roman" panose="02020603050405020304" pitchFamily="18" charset="0"/>
            </a:rPr>
            <a:t>Kế hoạch</a:t>
          </a:r>
          <a:endParaRPr lang="en-US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4370CEC-47C2-4533-AA95-00F82F0B78FD}" type="parTrans" cxnId="{E9659561-CE76-4498-BEE4-3BD47F7B1C97}">
      <dgm:prSet/>
      <dgm:spPr/>
      <dgm:t>
        <a:bodyPr/>
        <a:lstStyle/>
        <a:p>
          <a:endParaRPr lang="en-US"/>
        </a:p>
      </dgm:t>
    </dgm:pt>
    <dgm:pt modelId="{CEB15E3A-BADC-48E3-823B-AEA65AB35B3C}" type="sibTrans" cxnId="{E9659561-CE76-4498-BEE4-3BD47F7B1C97}">
      <dgm:prSet/>
      <dgm:spPr/>
      <dgm:t>
        <a:bodyPr/>
        <a:lstStyle/>
        <a:p>
          <a:endParaRPr lang="en-US"/>
        </a:p>
      </dgm:t>
    </dgm:pt>
    <dgm:pt modelId="{029A24C1-E111-4FF1-81A9-D7A6FE7AD95F}">
      <dgm:prSet phldrT="[Text]" custT="1"/>
      <dgm:spPr>
        <a:solidFill>
          <a:schemeClr val="accent4">
            <a:lumMod val="75000"/>
          </a:schemeClr>
        </a:solidFill>
      </dgm:spPr>
      <dgm:t>
        <a:bodyPr/>
        <a:lstStyle/>
        <a:p>
          <a:r>
            <a:rPr lang="en-US" sz="2000" smtClean="0">
              <a:latin typeface="Times New Roman" panose="02020603050405020304" pitchFamily="18" charset="0"/>
              <a:cs typeface="Times New Roman" panose="02020603050405020304" pitchFamily="18" charset="0"/>
            </a:rPr>
            <a:t>Kỹ </a:t>
          </a:r>
          <a:r>
            <a:rPr lang="en-US" sz="2000" smtClean="0">
              <a:latin typeface="Times New Roman" panose="02020603050405020304" pitchFamily="18" charset="0"/>
              <a:cs typeface="Times New Roman" panose="02020603050405020304" pitchFamily="18" charset="0"/>
            </a:rPr>
            <a:t>sư công trình</a:t>
          </a:r>
          <a:endParaRPr lang="en-US" sz="20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9449365-1183-495D-A594-C6111C78709C}" type="parTrans" cxnId="{3936E6E1-024F-42BA-8226-0604D3FBA17B}">
      <dgm:prSet/>
      <dgm:spPr/>
      <dgm:t>
        <a:bodyPr/>
        <a:lstStyle/>
        <a:p>
          <a:endParaRPr lang="en-US"/>
        </a:p>
      </dgm:t>
    </dgm:pt>
    <dgm:pt modelId="{0E9F9AFA-8B61-425F-A10A-2FA22A4D9ABE}" type="sibTrans" cxnId="{3936E6E1-024F-42BA-8226-0604D3FBA17B}">
      <dgm:prSet/>
      <dgm:spPr/>
      <dgm:t>
        <a:bodyPr/>
        <a:lstStyle/>
        <a:p>
          <a:endParaRPr lang="en-US"/>
        </a:p>
      </dgm:t>
    </dgm:pt>
    <dgm:pt modelId="{F5472333-0109-4BBD-98AC-7082814512C9}">
      <dgm:prSet/>
      <dgm:spPr>
        <a:ln>
          <a:solidFill>
            <a:schemeClr val="tx1"/>
          </a:solidFill>
        </a:ln>
      </dgm:spPr>
      <dgm:t>
        <a:bodyPr/>
        <a:lstStyle/>
        <a:p>
          <a:pPr algn="ctr"/>
          <a:endParaRPr lang="en-US"/>
        </a:p>
      </dgm:t>
    </dgm:pt>
    <dgm:pt modelId="{4C525C62-BA94-461E-9581-F44155B2B839}" type="parTrans" cxnId="{B30AF096-35A7-407E-A1D6-CFF859702760}">
      <dgm:prSet/>
      <dgm:spPr/>
      <dgm:t>
        <a:bodyPr/>
        <a:lstStyle/>
        <a:p>
          <a:endParaRPr lang="en-US"/>
        </a:p>
      </dgm:t>
    </dgm:pt>
    <dgm:pt modelId="{5A821AE7-B15D-4002-BAA0-2807A1251345}" type="sibTrans" cxnId="{B30AF096-35A7-407E-A1D6-CFF859702760}">
      <dgm:prSet/>
      <dgm:spPr/>
      <dgm:t>
        <a:bodyPr/>
        <a:lstStyle/>
        <a:p>
          <a:endParaRPr lang="en-US"/>
        </a:p>
      </dgm:t>
    </dgm:pt>
    <dgm:pt modelId="{43D90BB7-21AB-46B6-8D2B-738A116A0409}" type="pres">
      <dgm:prSet presAssocID="{8D946B95-89F2-47CF-8B3B-AF14EE378949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F581AA9-9AE6-4E6D-A987-5F64570F817A}" type="pres">
      <dgm:prSet presAssocID="{DAFEB8D0-D23F-400B-9313-705C61CFCB1B}" presName="parentLin" presStyleCnt="0"/>
      <dgm:spPr/>
    </dgm:pt>
    <dgm:pt modelId="{87471419-0ABF-42F6-B6A7-D5643595A6C5}" type="pres">
      <dgm:prSet presAssocID="{DAFEB8D0-D23F-400B-9313-705C61CFCB1B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98697641-13FE-4843-BEEF-AA89966EA57D}" type="pres">
      <dgm:prSet presAssocID="{DAFEB8D0-D23F-400B-9313-705C61CFCB1B}" presName="parentText" presStyleLbl="node1" presStyleIdx="0" presStyleCnt="3" custScaleX="20013" custLinFactNeighborX="-80309" custLinFactNeighborY="604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2D41BC5-6308-4055-A96C-123D1367C5E7}" type="pres">
      <dgm:prSet presAssocID="{DAFEB8D0-D23F-400B-9313-705C61CFCB1B}" presName="negativeSpace" presStyleCnt="0"/>
      <dgm:spPr/>
    </dgm:pt>
    <dgm:pt modelId="{D3116292-E0DB-4CCD-B206-88E74E1C40B7}" type="pres">
      <dgm:prSet presAssocID="{DAFEB8D0-D23F-400B-9313-705C61CFCB1B}" presName="childText" presStyleLbl="conFgAcc1" presStyleIdx="0" presStyleCnt="3" custScaleX="5023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DB9EB4-2EB0-4025-AFCE-AD6D61F96B49}" type="pres">
      <dgm:prSet presAssocID="{BC58CE80-548D-4ACD-AFBD-7CFD54885438}" presName="spaceBetweenRectangles" presStyleCnt="0"/>
      <dgm:spPr/>
    </dgm:pt>
    <dgm:pt modelId="{66194CFD-BB9E-48F4-98AC-771451CDBEF9}" type="pres">
      <dgm:prSet presAssocID="{6566E7C5-99BA-4F96-9346-09554B7F8D9D}" presName="parentLin" presStyleCnt="0"/>
      <dgm:spPr/>
    </dgm:pt>
    <dgm:pt modelId="{58C9786D-9A01-45AC-B25D-701F1E57EA2C}" type="pres">
      <dgm:prSet presAssocID="{6566E7C5-99BA-4F96-9346-09554B7F8D9D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6157184A-793A-477E-BD02-C33453D1B097}" type="pres">
      <dgm:prSet presAssocID="{6566E7C5-99BA-4F96-9346-09554B7F8D9D}" presName="parentText" presStyleLbl="node1" presStyleIdx="1" presStyleCnt="3" custScaleX="20013" custLinFactNeighborX="-80309" custLinFactNeighborY="604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B3B882F-DF24-4F65-B234-CC95C0C01EE4}" type="pres">
      <dgm:prSet presAssocID="{6566E7C5-99BA-4F96-9346-09554B7F8D9D}" presName="negativeSpace" presStyleCnt="0"/>
      <dgm:spPr/>
    </dgm:pt>
    <dgm:pt modelId="{8D3D12C7-588F-464B-99AE-27DA9C9C5326}" type="pres">
      <dgm:prSet presAssocID="{6566E7C5-99BA-4F96-9346-09554B7F8D9D}" presName="childText" presStyleLbl="conFgAcc1" presStyleIdx="1" presStyleCnt="3" custScaleX="83641">
        <dgm:presLayoutVars>
          <dgm:bulletEnabled val="1"/>
        </dgm:presLayoutVars>
      </dgm:prSet>
      <dgm:spPr>
        <a:ln>
          <a:solidFill>
            <a:schemeClr val="tx1"/>
          </a:solidFill>
        </a:ln>
      </dgm:spPr>
    </dgm:pt>
    <dgm:pt modelId="{947E1F9B-5EF9-4BD5-8903-A31C5FBB9C8D}" type="pres">
      <dgm:prSet presAssocID="{CEB15E3A-BADC-48E3-823B-AEA65AB35B3C}" presName="spaceBetweenRectangles" presStyleCnt="0"/>
      <dgm:spPr/>
    </dgm:pt>
    <dgm:pt modelId="{C542FE2E-3CAE-486A-9A33-D5C7C72B60F5}" type="pres">
      <dgm:prSet presAssocID="{029A24C1-E111-4FF1-81A9-D7A6FE7AD95F}" presName="parentLin" presStyleCnt="0"/>
      <dgm:spPr/>
    </dgm:pt>
    <dgm:pt modelId="{B6093920-6AF7-4A53-857A-6A6BA3BCC86E}" type="pres">
      <dgm:prSet presAssocID="{029A24C1-E111-4FF1-81A9-D7A6FE7AD95F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29443368-E049-403E-9733-D258EF5951C9}" type="pres">
      <dgm:prSet presAssocID="{029A24C1-E111-4FF1-81A9-D7A6FE7AD95F}" presName="parentText" presStyleLbl="node1" presStyleIdx="2" presStyleCnt="3" custScaleX="20013" custLinFactNeighborX="-80309" custLinFactNeighborY="604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004035-12C4-4266-AABB-4E79E7D60169}" type="pres">
      <dgm:prSet presAssocID="{029A24C1-E111-4FF1-81A9-D7A6FE7AD95F}" presName="negativeSpace" presStyleCnt="0"/>
      <dgm:spPr/>
    </dgm:pt>
    <dgm:pt modelId="{4291D981-96F5-4242-BFDC-CC2A49593A8F}" type="pres">
      <dgm:prSet presAssocID="{029A24C1-E111-4FF1-81A9-D7A6FE7AD95F}" presName="childText" presStyleLbl="conFgAcc1" presStyleIdx="2" presStyleCnt="3">
        <dgm:presLayoutVars>
          <dgm:bulletEnabled val="1"/>
        </dgm:presLayoutVars>
      </dgm:prSet>
      <dgm:spPr>
        <a:ln>
          <a:solidFill>
            <a:schemeClr val="tx1"/>
          </a:solidFill>
        </a:ln>
      </dgm:spPr>
    </dgm:pt>
  </dgm:ptLst>
  <dgm:cxnLst>
    <dgm:cxn modelId="{04A55DCF-5BC7-4A80-ACEF-2CD936FD5E8C}" type="presOf" srcId="{DAFEB8D0-D23F-400B-9313-705C61CFCB1B}" destId="{98697641-13FE-4843-BEEF-AA89966EA57D}" srcOrd="1" destOrd="0" presId="urn:microsoft.com/office/officeart/2005/8/layout/list1"/>
    <dgm:cxn modelId="{1E41BEEC-02A2-40FC-BB0E-7714408909BA}" type="presOf" srcId="{6566E7C5-99BA-4F96-9346-09554B7F8D9D}" destId="{58C9786D-9A01-45AC-B25D-701F1E57EA2C}" srcOrd="0" destOrd="0" presId="urn:microsoft.com/office/officeart/2005/8/layout/list1"/>
    <dgm:cxn modelId="{938C81EC-0F59-4AF2-98CB-E840C3899DEA}" type="presOf" srcId="{029A24C1-E111-4FF1-81A9-D7A6FE7AD95F}" destId="{29443368-E049-403E-9733-D258EF5951C9}" srcOrd="1" destOrd="0" presId="urn:microsoft.com/office/officeart/2005/8/layout/list1"/>
    <dgm:cxn modelId="{86185147-0A5E-4F7D-99A0-4412027A44D2}" type="presOf" srcId="{DAFEB8D0-D23F-400B-9313-705C61CFCB1B}" destId="{87471419-0ABF-42F6-B6A7-D5643595A6C5}" srcOrd="0" destOrd="0" presId="urn:microsoft.com/office/officeart/2005/8/layout/list1"/>
    <dgm:cxn modelId="{B9D432BB-7524-4C97-93E7-C320640DBE0A}" type="presOf" srcId="{6566E7C5-99BA-4F96-9346-09554B7F8D9D}" destId="{6157184A-793A-477E-BD02-C33453D1B097}" srcOrd="1" destOrd="0" presId="urn:microsoft.com/office/officeart/2005/8/layout/list1"/>
    <dgm:cxn modelId="{C4171AFC-674A-4DCB-B208-C5D6BDBB2B88}" type="presOf" srcId="{F5472333-0109-4BBD-98AC-7082814512C9}" destId="{D3116292-E0DB-4CCD-B206-88E74E1C40B7}" srcOrd="0" destOrd="0" presId="urn:microsoft.com/office/officeart/2005/8/layout/list1"/>
    <dgm:cxn modelId="{E9659561-CE76-4498-BEE4-3BD47F7B1C97}" srcId="{8D946B95-89F2-47CF-8B3B-AF14EE378949}" destId="{6566E7C5-99BA-4F96-9346-09554B7F8D9D}" srcOrd="1" destOrd="0" parTransId="{B4370CEC-47C2-4533-AA95-00F82F0B78FD}" sibTransId="{CEB15E3A-BADC-48E3-823B-AEA65AB35B3C}"/>
    <dgm:cxn modelId="{A0EC6583-F328-42B3-B965-F1434D07D181}" type="presOf" srcId="{8D946B95-89F2-47CF-8B3B-AF14EE378949}" destId="{43D90BB7-21AB-46B6-8D2B-738A116A0409}" srcOrd="0" destOrd="0" presId="urn:microsoft.com/office/officeart/2005/8/layout/list1"/>
    <dgm:cxn modelId="{D3C7C2E6-7845-41F6-888F-57FEDC976C8B}" srcId="{8D946B95-89F2-47CF-8B3B-AF14EE378949}" destId="{DAFEB8D0-D23F-400B-9313-705C61CFCB1B}" srcOrd="0" destOrd="0" parTransId="{A444FC13-036C-4126-BFF8-99682D3159E4}" sibTransId="{BC58CE80-548D-4ACD-AFBD-7CFD54885438}"/>
    <dgm:cxn modelId="{7A0E3D2E-0598-416D-8976-CD79B37D4D52}" type="presOf" srcId="{029A24C1-E111-4FF1-81A9-D7A6FE7AD95F}" destId="{B6093920-6AF7-4A53-857A-6A6BA3BCC86E}" srcOrd="0" destOrd="0" presId="urn:microsoft.com/office/officeart/2005/8/layout/list1"/>
    <dgm:cxn modelId="{B30AF096-35A7-407E-A1D6-CFF859702760}" srcId="{DAFEB8D0-D23F-400B-9313-705C61CFCB1B}" destId="{F5472333-0109-4BBD-98AC-7082814512C9}" srcOrd="0" destOrd="0" parTransId="{4C525C62-BA94-461E-9581-F44155B2B839}" sibTransId="{5A821AE7-B15D-4002-BAA0-2807A1251345}"/>
    <dgm:cxn modelId="{3936E6E1-024F-42BA-8226-0604D3FBA17B}" srcId="{8D946B95-89F2-47CF-8B3B-AF14EE378949}" destId="{029A24C1-E111-4FF1-81A9-D7A6FE7AD95F}" srcOrd="2" destOrd="0" parTransId="{F9449365-1183-495D-A594-C6111C78709C}" sibTransId="{0E9F9AFA-8B61-425F-A10A-2FA22A4D9ABE}"/>
    <dgm:cxn modelId="{CB6CFD41-648B-4083-BA9D-6DFE7D751C80}" type="presParOf" srcId="{43D90BB7-21AB-46B6-8D2B-738A116A0409}" destId="{5F581AA9-9AE6-4E6D-A987-5F64570F817A}" srcOrd="0" destOrd="0" presId="urn:microsoft.com/office/officeart/2005/8/layout/list1"/>
    <dgm:cxn modelId="{EE741DB9-B29C-4BFE-A77A-A10391DB5000}" type="presParOf" srcId="{5F581AA9-9AE6-4E6D-A987-5F64570F817A}" destId="{87471419-0ABF-42F6-B6A7-D5643595A6C5}" srcOrd="0" destOrd="0" presId="urn:microsoft.com/office/officeart/2005/8/layout/list1"/>
    <dgm:cxn modelId="{8468645F-0DB0-4F0C-AE59-FDBF5698967D}" type="presParOf" srcId="{5F581AA9-9AE6-4E6D-A987-5F64570F817A}" destId="{98697641-13FE-4843-BEEF-AA89966EA57D}" srcOrd="1" destOrd="0" presId="urn:microsoft.com/office/officeart/2005/8/layout/list1"/>
    <dgm:cxn modelId="{FB6FC09A-9219-4F39-831A-24EF1828EEA1}" type="presParOf" srcId="{43D90BB7-21AB-46B6-8D2B-738A116A0409}" destId="{E2D41BC5-6308-4055-A96C-123D1367C5E7}" srcOrd="1" destOrd="0" presId="urn:microsoft.com/office/officeart/2005/8/layout/list1"/>
    <dgm:cxn modelId="{D71071DE-1E3C-49A1-9048-0347D81E624A}" type="presParOf" srcId="{43D90BB7-21AB-46B6-8D2B-738A116A0409}" destId="{D3116292-E0DB-4CCD-B206-88E74E1C40B7}" srcOrd="2" destOrd="0" presId="urn:microsoft.com/office/officeart/2005/8/layout/list1"/>
    <dgm:cxn modelId="{0050D208-913E-4EA3-8C0A-4CDCBA2688E2}" type="presParOf" srcId="{43D90BB7-21AB-46B6-8D2B-738A116A0409}" destId="{1EDB9EB4-2EB0-4025-AFCE-AD6D61F96B49}" srcOrd="3" destOrd="0" presId="urn:microsoft.com/office/officeart/2005/8/layout/list1"/>
    <dgm:cxn modelId="{498B1B0A-49DF-4A82-8A6C-237C446C38D6}" type="presParOf" srcId="{43D90BB7-21AB-46B6-8D2B-738A116A0409}" destId="{66194CFD-BB9E-48F4-98AC-771451CDBEF9}" srcOrd="4" destOrd="0" presId="urn:microsoft.com/office/officeart/2005/8/layout/list1"/>
    <dgm:cxn modelId="{68B1356A-552F-4F49-97A2-B68F747AA941}" type="presParOf" srcId="{66194CFD-BB9E-48F4-98AC-771451CDBEF9}" destId="{58C9786D-9A01-45AC-B25D-701F1E57EA2C}" srcOrd="0" destOrd="0" presId="urn:microsoft.com/office/officeart/2005/8/layout/list1"/>
    <dgm:cxn modelId="{045838B6-5028-4EAA-83FA-F62CE1CC399E}" type="presParOf" srcId="{66194CFD-BB9E-48F4-98AC-771451CDBEF9}" destId="{6157184A-793A-477E-BD02-C33453D1B097}" srcOrd="1" destOrd="0" presId="urn:microsoft.com/office/officeart/2005/8/layout/list1"/>
    <dgm:cxn modelId="{8737EB69-36E7-4121-9F08-ED6E21B6B892}" type="presParOf" srcId="{43D90BB7-21AB-46B6-8D2B-738A116A0409}" destId="{5B3B882F-DF24-4F65-B234-CC95C0C01EE4}" srcOrd="5" destOrd="0" presId="urn:microsoft.com/office/officeart/2005/8/layout/list1"/>
    <dgm:cxn modelId="{8822D30F-3809-415E-8A47-B7FD9AFD6090}" type="presParOf" srcId="{43D90BB7-21AB-46B6-8D2B-738A116A0409}" destId="{8D3D12C7-588F-464B-99AE-27DA9C9C5326}" srcOrd="6" destOrd="0" presId="urn:microsoft.com/office/officeart/2005/8/layout/list1"/>
    <dgm:cxn modelId="{1FE4ABA6-4111-403E-98BD-75B7E34FCA54}" type="presParOf" srcId="{43D90BB7-21AB-46B6-8D2B-738A116A0409}" destId="{947E1F9B-5EF9-4BD5-8903-A31C5FBB9C8D}" srcOrd="7" destOrd="0" presId="urn:microsoft.com/office/officeart/2005/8/layout/list1"/>
    <dgm:cxn modelId="{11CCEFCE-0560-4F1A-AF21-2D748BC58F80}" type="presParOf" srcId="{43D90BB7-21AB-46B6-8D2B-738A116A0409}" destId="{C542FE2E-3CAE-486A-9A33-D5C7C72B60F5}" srcOrd="8" destOrd="0" presId="urn:microsoft.com/office/officeart/2005/8/layout/list1"/>
    <dgm:cxn modelId="{2230AE5E-9FEB-4DB3-A835-3A7792E513D2}" type="presParOf" srcId="{C542FE2E-3CAE-486A-9A33-D5C7C72B60F5}" destId="{B6093920-6AF7-4A53-857A-6A6BA3BCC86E}" srcOrd="0" destOrd="0" presId="urn:microsoft.com/office/officeart/2005/8/layout/list1"/>
    <dgm:cxn modelId="{4A9806D9-A470-42B4-93B1-6BFDCDDB5986}" type="presParOf" srcId="{C542FE2E-3CAE-486A-9A33-D5C7C72B60F5}" destId="{29443368-E049-403E-9733-D258EF5951C9}" srcOrd="1" destOrd="0" presId="urn:microsoft.com/office/officeart/2005/8/layout/list1"/>
    <dgm:cxn modelId="{B023E1E6-CE67-4701-A06E-0339FC160BF4}" type="presParOf" srcId="{43D90BB7-21AB-46B6-8D2B-738A116A0409}" destId="{DC004035-12C4-4266-AABB-4E79E7D60169}" srcOrd="9" destOrd="0" presId="urn:microsoft.com/office/officeart/2005/8/layout/list1"/>
    <dgm:cxn modelId="{13BB3E63-183A-44DD-A5DA-6DEC2E395EAF}" type="presParOf" srcId="{43D90BB7-21AB-46B6-8D2B-738A116A0409}" destId="{4291D981-96F5-4242-BFDC-CC2A49593A8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D946B95-89F2-47CF-8B3B-AF14EE378949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AFEB8D0-D23F-400B-9313-705C61CFCB1B}">
      <dgm:prSet phldrT="[Text]"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sz="2800" smtClean="0">
              <a:latin typeface="Times New Roman" panose="02020603050405020304" pitchFamily="18" charset="0"/>
              <a:cs typeface="Times New Roman" panose="02020603050405020304" pitchFamily="18" charset="0"/>
            </a:rPr>
            <a:t>Sản xuất</a:t>
          </a:r>
          <a:endParaRPr lang="en-US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444FC13-036C-4126-BFF8-99682D3159E4}" type="parTrans" cxnId="{D3C7C2E6-7845-41F6-888F-57FEDC976C8B}">
      <dgm:prSet/>
      <dgm:spPr/>
      <dgm:t>
        <a:bodyPr/>
        <a:lstStyle/>
        <a:p>
          <a:endParaRPr lang="en-US"/>
        </a:p>
      </dgm:t>
    </dgm:pt>
    <dgm:pt modelId="{BC58CE80-548D-4ACD-AFBD-7CFD54885438}" type="sibTrans" cxnId="{D3C7C2E6-7845-41F6-888F-57FEDC976C8B}">
      <dgm:prSet/>
      <dgm:spPr/>
      <dgm:t>
        <a:bodyPr/>
        <a:lstStyle/>
        <a:p>
          <a:endParaRPr lang="en-US"/>
        </a:p>
      </dgm:t>
    </dgm:pt>
    <dgm:pt modelId="{6566E7C5-99BA-4F96-9346-09554B7F8D9D}">
      <dgm:prSet phldrT="[Text]" custT="1"/>
      <dgm:spPr>
        <a:solidFill>
          <a:srgbClr val="FFC000"/>
        </a:solidFill>
      </dgm:spPr>
      <dgm:t>
        <a:bodyPr/>
        <a:lstStyle/>
        <a:p>
          <a:pPr algn="l"/>
          <a:r>
            <a:rPr lang="en-US" sz="2800" smtClean="0">
              <a:latin typeface="Times New Roman" panose="02020603050405020304" pitchFamily="18" charset="0"/>
              <a:cs typeface="Times New Roman" panose="02020603050405020304" pitchFamily="18" charset="0"/>
            </a:rPr>
            <a:t>Hỗ trợ</a:t>
          </a:r>
          <a:endParaRPr lang="en-US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4370CEC-47C2-4533-AA95-00F82F0B78FD}" type="parTrans" cxnId="{E9659561-CE76-4498-BEE4-3BD47F7B1C97}">
      <dgm:prSet/>
      <dgm:spPr/>
      <dgm:t>
        <a:bodyPr/>
        <a:lstStyle/>
        <a:p>
          <a:endParaRPr lang="en-US"/>
        </a:p>
      </dgm:t>
    </dgm:pt>
    <dgm:pt modelId="{CEB15E3A-BADC-48E3-823B-AEA65AB35B3C}" type="sibTrans" cxnId="{E9659561-CE76-4498-BEE4-3BD47F7B1C97}">
      <dgm:prSet/>
      <dgm:spPr/>
      <dgm:t>
        <a:bodyPr/>
        <a:lstStyle/>
        <a:p>
          <a:endParaRPr lang="en-US"/>
        </a:p>
      </dgm:t>
    </dgm:pt>
    <dgm:pt modelId="{029A24C1-E111-4FF1-81A9-D7A6FE7AD95F}">
      <dgm:prSet phldrT="[Text]" custT="1"/>
      <dgm:spPr>
        <a:solidFill>
          <a:srgbClr val="00B0F0"/>
        </a:solidFill>
      </dgm:spPr>
      <dgm:t>
        <a:bodyPr/>
        <a:lstStyle/>
        <a:p>
          <a:r>
            <a:rPr lang="en-US" sz="2800" smtClean="0">
              <a:latin typeface="Times New Roman" panose="02020603050405020304" pitchFamily="18" charset="0"/>
              <a:cs typeface="Times New Roman" panose="02020603050405020304" pitchFamily="18" charset="0"/>
            </a:rPr>
            <a:t>Chất lượng</a:t>
          </a:r>
          <a:endParaRPr lang="en-US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9449365-1183-495D-A594-C6111C78709C}" type="parTrans" cxnId="{3936E6E1-024F-42BA-8226-0604D3FBA17B}">
      <dgm:prSet/>
      <dgm:spPr/>
      <dgm:t>
        <a:bodyPr/>
        <a:lstStyle/>
        <a:p>
          <a:endParaRPr lang="en-US"/>
        </a:p>
      </dgm:t>
    </dgm:pt>
    <dgm:pt modelId="{0E9F9AFA-8B61-425F-A10A-2FA22A4D9ABE}" type="sibTrans" cxnId="{3936E6E1-024F-42BA-8226-0604D3FBA17B}">
      <dgm:prSet/>
      <dgm:spPr/>
      <dgm:t>
        <a:bodyPr/>
        <a:lstStyle/>
        <a:p>
          <a:endParaRPr lang="en-US"/>
        </a:p>
      </dgm:t>
    </dgm:pt>
    <dgm:pt modelId="{F5472333-0109-4BBD-98AC-7082814512C9}">
      <dgm:prSet/>
      <dgm:spPr>
        <a:ln>
          <a:prstDash val="solid"/>
        </a:ln>
      </dgm:spPr>
      <dgm:t>
        <a:bodyPr/>
        <a:lstStyle/>
        <a:p>
          <a:pPr algn="ctr"/>
          <a:endParaRPr lang="en-US"/>
        </a:p>
      </dgm:t>
    </dgm:pt>
    <dgm:pt modelId="{4C525C62-BA94-461E-9581-F44155B2B839}" type="parTrans" cxnId="{B30AF096-35A7-407E-A1D6-CFF859702760}">
      <dgm:prSet/>
      <dgm:spPr/>
      <dgm:t>
        <a:bodyPr/>
        <a:lstStyle/>
        <a:p>
          <a:endParaRPr lang="en-US"/>
        </a:p>
      </dgm:t>
    </dgm:pt>
    <dgm:pt modelId="{5A821AE7-B15D-4002-BAA0-2807A1251345}" type="sibTrans" cxnId="{B30AF096-35A7-407E-A1D6-CFF859702760}">
      <dgm:prSet/>
      <dgm:spPr/>
      <dgm:t>
        <a:bodyPr/>
        <a:lstStyle/>
        <a:p>
          <a:endParaRPr lang="en-US"/>
        </a:p>
      </dgm:t>
    </dgm:pt>
    <dgm:pt modelId="{43D90BB7-21AB-46B6-8D2B-738A116A0409}" type="pres">
      <dgm:prSet presAssocID="{8D946B95-89F2-47CF-8B3B-AF14EE378949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F581AA9-9AE6-4E6D-A987-5F64570F817A}" type="pres">
      <dgm:prSet presAssocID="{DAFEB8D0-D23F-400B-9313-705C61CFCB1B}" presName="parentLin" presStyleCnt="0"/>
      <dgm:spPr/>
    </dgm:pt>
    <dgm:pt modelId="{87471419-0ABF-42F6-B6A7-D5643595A6C5}" type="pres">
      <dgm:prSet presAssocID="{DAFEB8D0-D23F-400B-9313-705C61CFCB1B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98697641-13FE-4843-BEEF-AA89966EA57D}" type="pres">
      <dgm:prSet presAssocID="{DAFEB8D0-D23F-400B-9313-705C61CFCB1B}" presName="parentText" presStyleLbl="node1" presStyleIdx="0" presStyleCnt="3" custScaleX="20013" custLinFactNeighborX="-80309" custLinFactNeighborY="604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2D41BC5-6308-4055-A96C-123D1367C5E7}" type="pres">
      <dgm:prSet presAssocID="{DAFEB8D0-D23F-400B-9313-705C61CFCB1B}" presName="negativeSpace" presStyleCnt="0"/>
      <dgm:spPr/>
    </dgm:pt>
    <dgm:pt modelId="{D3116292-E0DB-4CCD-B206-88E74E1C40B7}" type="pres">
      <dgm:prSet presAssocID="{DAFEB8D0-D23F-400B-9313-705C61CFCB1B}" presName="childText" presStyleLbl="conFgAcc1" presStyleIdx="0" presStyleCnt="3" custScaleX="3294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DB9EB4-2EB0-4025-AFCE-AD6D61F96B49}" type="pres">
      <dgm:prSet presAssocID="{BC58CE80-548D-4ACD-AFBD-7CFD54885438}" presName="spaceBetweenRectangles" presStyleCnt="0"/>
      <dgm:spPr/>
    </dgm:pt>
    <dgm:pt modelId="{66194CFD-BB9E-48F4-98AC-771451CDBEF9}" type="pres">
      <dgm:prSet presAssocID="{6566E7C5-99BA-4F96-9346-09554B7F8D9D}" presName="parentLin" presStyleCnt="0"/>
      <dgm:spPr/>
    </dgm:pt>
    <dgm:pt modelId="{58C9786D-9A01-45AC-B25D-701F1E57EA2C}" type="pres">
      <dgm:prSet presAssocID="{6566E7C5-99BA-4F96-9346-09554B7F8D9D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6157184A-793A-477E-BD02-C33453D1B097}" type="pres">
      <dgm:prSet presAssocID="{6566E7C5-99BA-4F96-9346-09554B7F8D9D}" presName="parentText" presStyleLbl="node1" presStyleIdx="1" presStyleCnt="3" custScaleX="20013" custLinFactNeighborX="-80309" custLinFactNeighborY="604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B3B882F-DF24-4F65-B234-CC95C0C01EE4}" type="pres">
      <dgm:prSet presAssocID="{6566E7C5-99BA-4F96-9346-09554B7F8D9D}" presName="negativeSpace" presStyleCnt="0"/>
      <dgm:spPr/>
    </dgm:pt>
    <dgm:pt modelId="{8D3D12C7-588F-464B-99AE-27DA9C9C5326}" type="pres">
      <dgm:prSet presAssocID="{6566E7C5-99BA-4F96-9346-09554B7F8D9D}" presName="childText" presStyleLbl="conFgAcc1" presStyleIdx="1" presStyleCnt="3" custScaleX="49079">
        <dgm:presLayoutVars>
          <dgm:bulletEnabled val="1"/>
        </dgm:presLayoutVars>
      </dgm:prSet>
      <dgm:spPr>
        <a:ln>
          <a:prstDash val="solid"/>
        </a:ln>
      </dgm:spPr>
    </dgm:pt>
    <dgm:pt modelId="{947E1F9B-5EF9-4BD5-8903-A31C5FBB9C8D}" type="pres">
      <dgm:prSet presAssocID="{CEB15E3A-BADC-48E3-823B-AEA65AB35B3C}" presName="spaceBetweenRectangles" presStyleCnt="0"/>
      <dgm:spPr/>
    </dgm:pt>
    <dgm:pt modelId="{C542FE2E-3CAE-486A-9A33-D5C7C72B60F5}" type="pres">
      <dgm:prSet presAssocID="{029A24C1-E111-4FF1-81A9-D7A6FE7AD95F}" presName="parentLin" presStyleCnt="0"/>
      <dgm:spPr/>
    </dgm:pt>
    <dgm:pt modelId="{B6093920-6AF7-4A53-857A-6A6BA3BCC86E}" type="pres">
      <dgm:prSet presAssocID="{029A24C1-E111-4FF1-81A9-D7A6FE7AD95F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29443368-E049-403E-9733-D258EF5951C9}" type="pres">
      <dgm:prSet presAssocID="{029A24C1-E111-4FF1-81A9-D7A6FE7AD95F}" presName="parentText" presStyleLbl="node1" presStyleIdx="2" presStyleCnt="3" custScaleX="20013" custLinFactNeighborX="-80309" custLinFactNeighborY="604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004035-12C4-4266-AABB-4E79E7D60169}" type="pres">
      <dgm:prSet presAssocID="{029A24C1-E111-4FF1-81A9-D7A6FE7AD95F}" presName="negativeSpace" presStyleCnt="0"/>
      <dgm:spPr/>
    </dgm:pt>
    <dgm:pt modelId="{4291D981-96F5-4242-BFDC-CC2A49593A8F}" type="pres">
      <dgm:prSet presAssocID="{029A24C1-E111-4FF1-81A9-D7A6FE7AD95F}" presName="childText" presStyleLbl="conFgAcc1" presStyleIdx="2" presStyleCnt="3">
        <dgm:presLayoutVars>
          <dgm:bulletEnabled val="1"/>
        </dgm:presLayoutVars>
      </dgm:prSet>
      <dgm:spPr>
        <a:ln>
          <a:prstDash val="solid"/>
        </a:ln>
      </dgm:spPr>
    </dgm:pt>
  </dgm:ptLst>
  <dgm:cxnLst>
    <dgm:cxn modelId="{04A55DCF-5BC7-4A80-ACEF-2CD936FD5E8C}" type="presOf" srcId="{DAFEB8D0-D23F-400B-9313-705C61CFCB1B}" destId="{98697641-13FE-4843-BEEF-AA89966EA57D}" srcOrd="1" destOrd="0" presId="urn:microsoft.com/office/officeart/2005/8/layout/list1"/>
    <dgm:cxn modelId="{1E41BEEC-02A2-40FC-BB0E-7714408909BA}" type="presOf" srcId="{6566E7C5-99BA-4F96-9346-09554B7F8D9D}" destId="{58C9786D-9A01-45AC-B25D-701F1E57EA2C}" srcOrd="0" destOrd="0" presId="urn:microsoft.com/office/officeart/2005/8/layout/list1"/>
    <dgm:cxn modelId="{938C81EC-0F59-4AF2-98CB-E840C3899DEA}" type="presOf" srcId="{029A24C1-E111-4FF1-81A9-D7A6FE7AD95F}" destId="{29443368-E049-403E-9733-D258EF5951C9}" srcOrd="1" destOrd="0" presId="urn:microsoft.com/office/officeart/2005/8/layout/list1"/>
    <dgm:cxn modelId="{86185147-0A5E-4F7D-99A0-4412027A44D2}" type="presOf" srcId="{DAFEB8D0-D23F-400B-9313-705C61CFCB1B}" destId="{87471419-0ABF-42F6-B6A7-D5643595A6C5}" srcOrd="0" destOrd="0" presId="urn:microsoft.com/office/officeart/2005/8/layout/list1"/>
    <dgm:cxn modelId="{B9D432BB-7524-4C97-93E7-C320640DBE0A}" type="presOf" srcId="{6566E7C5-99BA-4F96-9346-09554B7F8D9D}" destId="{6157184A-793A-477E-BD02-C33453D1B097}" srcOrd="1" destOrd="0" presId="urn:microsoft.com/office/officeart/2005/8/layout/list1"/>
    <dgm:cxn modelId="{C4171AFC-674A-4DCB-B208-C5D6BDBB2B88}" type="presOf" srcId="{F5472333-0109-4BBD-98AC-7082814512C9}" destId="{D3116292-E0DB-4CCD-B206-88E74E1C40B7}" srcOrd="0" destOrd="0" presId="urn:microsoft.com/office/officeart/2005/8/layout/list1"/>
    <dgm:cxn modelId="{E9659561-CE76-4498-BEE4-3BD47F7B1C97}" srcId="{8D946B95-89F2-47CF-8B3B-AF14EE378949}" destId="{6566E7C5-99BA-4F96-9346-09554B7F8D9D}" srcOrd="1" destOrd="0" parTransId="{B4370CEC-47C2-4533-AA95-00F82F0B78FD}" sibTransId="{CEB15E3A-BADC-48E3-823B-AEA65AB35B3C}"/>
    <dgm:cxn modelId="{A0EC6583-F328-42B3-B965-F1434D07D181}" type="presOf" srcId="{8D946B95-89F2-47CF-8B3B-AF14EE378949}" destId="{43D90BB7-21AB-46B6-8D2B-738A116A0409}" srcOrd="0" destOrd="0" presId="urn:microsoft.com/office/officeart/2005/8/layout/list1"/>
    <dgm:cxn modelId="{D3C7C2E6-7845-41F6-888F-57FEDC976C8B}" srcId="{8D946B95-89F2-47CF-8B3B-AF14EE378949}" destId="{DAFEB8D0-D23F-400B-9313-705C61CFCB1B}" srcOrd="0" destOrd="0" parTransId="{A444FC13-036C-4126-BFF8-99682D3159E4}" sibTransId="{BC58CE80-548D-4ACD-AFBD-7CFD54885438}"/>
    <dgm:cxn modelId="{7A0E3D2E-0598-416D-8976-CD79B37D4D52}" type="presOf" srcId="{029A24C1-E111-4FF1-81A9-D7A6FE7AD95F}" destId="{B6093920-6AF7-4A53-857A-6A6BA3BCC86E}" srcOrd="0" destOrd="0" presId="urn:microsoft.com/office/officeart/2005/8/layout/list1"/>
    <dgm:cxn modelId="{B30AF096-35A7-407E-A1D6-CFF859702760}" srcId="{DAFEB8D0-D23F-400B-9313-705C61CFCB1B}" destId="{F5472333-0109-4BBD-98AC-7082814512C9}" srcOrd="0" destOrd="0" parTransId="{4C525C62-BA94-461E-9581-F44155B2B839}" sibTransId="{5A821AE7-B15D-4002-BAA0-2807A1251345}"/>
    <dgm:cxn modelId="{3936E6E1-024F-42BA-8226-0604D3FBA17B}" srcId="{8D946B95-89F2-47CF-8B3B-AF14EE378949}" destId="{029A24C1-E111-4FF1-81A9-D7A6FE7AD95F}" srcOrd="2" destOrd="0" parTransId="{F9449365-1183-495D-A594-C6111C78709C}" sibTransId="{0E9F9AFA-8B61-425F-A10A-2FA22A4D9ABE}"/>
    <dgm:cxn modelId="{CB6CFD41-648B-4083-BA9D-6DFE7D751C80}" type="presParOf" srcId="{43D90BB7-21AB-46B6-8D2B-738A116A0409}" destId="{5F581AA9-9AE6-4E6D-A987-5F64570F817A}" srcOrd="0" destOrd="0" presId="urn:microsoft.com/office/officeart/2005/8/layout/list1"/>
    <dgm:cxn modelId="{EE741DB9-B29C-4BFE-A77A-A10391DB5000}" type="presParOf" srcId="{5F581AA9-9AE6-4E6D-A987-5F64570F817A}" destId="{87471419-0ABF-42F6-B6A7-D5643595A6C5}" srcOrd="0" destOrd="0" presId="urn:microsoft.com/office/officeart/2005/8/layout/list1"/>
    <dgm:cxn modelId="{8468645F-0DB0-4F0C-AE59-FDBF5698967D}" type="presParOf" srcId="{5F581AA9-9AE6-4E6D-A987-5F64570F817A}" destId="{98697641-13FE-4843-BEEF-AA89966EA57D}" srcOrd="1" destOrd="0" presId="urn:microsoft.com/office/officeart/2005/8/layout/list1"/>
    <dgm:cxn modelId="{FB6FC09A-9219-4F39-831A-24EF1828EEA1}" type="presParOf" srcId="{43D90BB7-21AB-46B6-8D2B-738A116A0409}" destId="{E2D41BC5-6308-4055-A96C-123D1367C5E7}" srcOrd="1" destOrd="0" presId="urn:microsoft.com/office/officeart/2005/8/layout/list1"/>
    <dgm:cxn modelId="{D71071DE-1E3C-49A1-9048-0347D81E624A}" type="presParOf" srcId="{43D90BB7-21AB-46B6-8D2B-738A116A0409}" destId="{D3116292-E0DB-4CCD-B206-88E74E1C40B7}" srcOrd="2" destOrd="0" presId="urn:microsoft.com/office/officeart/2005/8/layout/list1"/>
    <dgm:cxn modelId="{0050D208-913E-4EA3-8C0A-4CDCBA2688E2}" type="presParOf" srcId="{43D90BB7-21AB-46B6-8D2B-738A116A0409}" destId="{1EDB9EB4-2EB0-4025-AFCE-AD6D61F96B49}" srcOrd="3" destOrd="0" presId="urn:microsoft.com/office/officeart/2005/8/layout/list1"/>
    <dgm:cxn modelId="{498B1B0A-49DF-4A82-8A6C-237C446C38D6}" type="presParOf" srcId="{43D90BB7-21AB-46B6-8D2B-738A116A0409}" destId="{66194CFD-BB9E-48F4-98AC-771451CDBEF9}" srcOrd="4" destOrd="0" presId="urn:microsoft.com/office/officeart/2005/8/layout/list1"/>
    <dgm:cxn modelId="{68B1356A-552F-4F49-97A2-B68F747AA941}" type="presParOf" srcId="{66194CFD-BB9E-48F4-98AC-771451CDBEF9}" destId="{58C9786D-9A01-45AC-B25D-701F1E57EA2C}" srcOrd="0" destOrd="0" presId="urn:microsoft.com/office/officeart/2005/8/layout/list1"/>
    <dgm:cxn modelId="{045838B6-5028-4EAA-83FA-F62CE1CC399E}" type="presParOf" srcId="{66194CFD-BB9E-48F4-98AC-771451CDBEF9}" destId="{6157184A-793A-477E-BD02-C33453D1B097}" srcOrd="1" destOrd="0" presId="urn:microsoft.com/office/officeart/2005/8/layout/list1"/>
    <dgm:cxn modelId="{8737EB69-36E7-4121-9F08-ED6E21B6B892}" type="presParOf" srcId="{43D90BB7-21AB-46B6-8D2B-738A116A0409}" destId="{5B3B882F-DF24-4F65-B234-CC95C0C01EE4}" srcOrd="5" destOrd="0" presId="urn:microsoft.com/office/officeart/2005/8/layout/list1"/>
    <dgm:cxn modelId="{8822D30F-3809-415E-8A47-B7FD9AFD6090}" type="presParOf" srcId="{43D90BB7-21AB-46B6-8D2B-738A116A0409}" destId="{8D3D12C7-588F-464B-99AE-27DA9C9C5326}" srcOrd="6" destOrd="0" presId="urn:microsoft.com/office/officeart/2005/8/layout/list1"/>
    <dgm:cxn modelId="{1FE4ABA6-4111-403E-98BD-75B7E34FCA54}" type="presParOf" srcId="{43D90BB7-21AB-46B6-8D2B-738A116A0409}" destId="{947E1F9B-5EF9-4BD5-8903-A31C5FBB9C8D}" srcOrd="7" destOrd="0" presId="urn:microsoft.com/office/officeart/2005/8/layout/list1"/>
    <dgm:cxn modelId="{11CCEFCE-0560-4F1A-AF21-2D748BC58F80}" type="presParOf" srcId="{43D90BB7-21AB-46B6-8D2B-738A116A0409}" destId="{C542FE2E-3CAE-486A-9A33-D5C7C72B60F5}" srcOrd="8" destOrd="0" presId="urn:microsoft.com/office/officeart/2005/8/layout/list1"/>
    <dgm:cxn modelId="{2230AE5E-9FEB-4DB3-A835-3A7792E513D2}" type="presParOf" srcId="{C542FE2E-3CAE-486A-9A33-D5C7C72B60F5}" destId="{B6093920-6AF7-4A53-857A-6A6BA3BCC86E}" srcOrd="0" destOrd="0" presId="urn:microsoft.com/office/officeart/2005/8/layout/list1"/>
    <dgm:cxn modelId="{4A9806D9-A470-42B4-93B1-6BFDCDDB5986}" type="presParOf" srcId="{C542FE2E-3CAE-486A-9A33-D5C7C72B60F5}" destId="{29443368-E049-403E-9733-D258EF5951C9}" srcOrd="1" destOrd="0" presId="urn:microsoft.com/office/officeart/2005/8/layout/list1"/>
    <dgm:cxn modelId="{B023E1E6-CE67-4701-A06E-0339FC160BF4}" type="presParOf" srcId="{43D90BB7-21AB-46B6-8D2B-738A116A0409}" destId="{DC004035-12C4-4266-AABB-4E79E7D60169}" srcOrd="9" destOrd="0" presId="urn:microsoft.com/office/officeart/2005/8/layout/list1"/>
    <dgm:cxn modelId="{13BB3E63-183A-44DD-A5DA-6DEC2E395EAF}" type="presParOf" srcId="{43D90BB7-21AB-46B6-8D2B-738A116A0409}" destId="{4291D981-96F5-4242-BFDC-CC2A49593A8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414239-F870-4E63-8888-FFBC1FD2EA61}">
      <dsp:nvSpPr>
        <dsp:cNvPr id="0" name=""/>
        <dsp:cNvSpPr/>
      </dsp:nvSpPr>
      <dsp:spPr>
        <a:xfrm>
          <a:off x="1693" y="226889"/>
          <a:ext cx="2062929" cy="825171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mtClean="0">
              <a:latin typeface="Times New Roman" panose="02020603050405020304" pitchFamily="18" charset="0"/>
              <a:cs typeface="Times New Roman" panose="02020603050405020304" pitchFamily="18" charset="0"/>
            </a:rPr>
            <a:t>Printer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mtClean="0">
              <a:latin typeface="Times New Roman" panose="02020603050405020304" pitchFamily="18" charset="0"/>
              <a:cs typeface="Times New Roman" panose="02020603050405020304" pitchFamily="18" charset="0"/>
            </a:rPr>
            <a:t>(In thiếc)</a:t>
          </a:r>
          <a:endParaRPr lang="en-US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14279" y="226889"/>
        <a:ext cx="1237758" cy="825171"/>
      </dsp:txXfrm>
    </dsp:sp>
    <dsp:sp modelId="{21518638-BD47-4FD1-B412-C29DA6BC8553}">
      <dsp:nvSpPr>
        <dsp:cNvPr id="0" name=""/>
        <dsp:cNvSpPr/>
      </dsp:nvSpPr>
      <dsp:spPr>
        <a:xfrm>
          <a:off x="1858329" y="226889"/>
          <a:ext cx="2062929" cy="825171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mtClean="0">
              <a:latin typeface="Times New Roman" panose="02020603050405020304" pitchFamily="18" charset="0"/>
              <a:cs typeface="Times New Roman" panose="02020603050405020304" pitchFamily="18" charset="0"/>
            </a:rPr>
            <a:t>SPI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mtClean="0">
              <a:latin typeface="Times New Roman" panose="02020603050405020304" pitchFamily="18" charset="0"/>
              <a:cs typeface="Times New Roman" panose="02020603050405020304" pitchFamily="18" charset="0"/>
            </a:rPr>
            <a:t>(kiểm tra thiếc, đoản mạch)</a:t>
          </a:r>
          <a:endParaRPr lang="en-US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70915" y="226889"/>
        <a:ext cx="1237758" cy="825171"/>
      </dsp:txXfrm>
    </dsp:sp>
    <dsp:sp modelId="{0AA2DF47-29AA-41FB-89DE-561C2115BC1C}">
      <dsp:nvSpPr>
        <dsp:cNvPr id="0" name=""/>
        <dsp:cNvSpPr/>
      </dsp:nvSpPr>
      <dsp:spPr>
        <a:xfrm>
          <a:off x="3714966" y="226889"/>
          <a:ext cx="2062929" cy="825171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mtClean="0">
              <a:latin typeface="Times New Roman" panose="02020603050405020304" pitchFamily="18" charset="0"/>
              <a:cs typeface="Times New Roman" panose="02020603050405020304" pitchFamily="18" charset="0"/>
            </a:rPr>
            <a:t>Dán linh kiện</a:t>
          </a:r>
          <a:endParaRPr lang="en-US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127552" y="226889"/>
        <a:ext cx="1237758" cy="8251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414239-F870-4E63-8888-FFBC1FD2EA61}">
      <dsp:nvSpPr>
        <dsp:cNvPr id="0" name=""/>
        <dsp:cNvSpPr/>
      </dsp:nvSpPr>
      <dsp:spPr>
        <a:xfrm>
          <a:off x="1693" y="226889"/>
          <a:ext cx="2062929" cy="825171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smtClean="0">
              <a:latin typeface="Times New Roman" panose="02020603050405020304" pitchFamily="18" charset="0"/>
              <a:cs typeface="Times New Roman" panose="02020603050405020304" pitchFamily="18" charset="0"/>
            </a:rPr>
            <a:t>AOI trước lò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smtClean="0">
              <a:latin typeface="Times New Roman" panose="02020603050405020304" pitchFamily="18" charset="0"/>
              <a:cs typeface="Times New Roman" panose="02020603050405020304" pitchFamily="18" charset="0"/>
            </a:rPr>
            <a:t>(kiểm tra ngược cực, chập thiếc..)</a:t>
          </a:r>
          <a:endParaRPr lang="en-US" sz="13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14279" y="226889"/>
        <a:ext cx="1237758" cy="825171"/>
      </dsp:txXfrm>
    </dsp:sp>
    <dsp:sp modelId="{21518638-BD47-4FD1-B412-C29DA6BC8553}">
      <dsp:nvSpPr>
        <dsp:cNvPr id="0" name=""/>
        <dsp:cNvSpPr/>
      </dsp:nvSpPr>
      <dsp:spPr>
        <a:xfrm>
          <a:off x="1858329" y="226889"/>
          <a:ext cx="2062929" cy="825171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smtClean="0">
              <a:latin typeface="Times New Roman" panose="02020603050405020304" pitchFamily="18" charset="0"/>
              <a:cs typeface="Times New Roman" panose="02020603050405020304" pitchFamily="18" charset="0"/>
            </a:rPr>
            <a:t>Lò hàn</a:t>
          </a:r>
          <a:endParaRPr lang="en-US" sz="13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70915" y="226889"/>
        <a:ext cx="1237758" cy="825171"/>
      </dsp:txXfrm>
    </dsp:sp>
    <dsp:sp modelId="{0AA2DF47-29AA-41FB-89DE-561C2115BC1C}">
      <dsp:nvSpPr>
        <dsp:cNvPr id="0" name=""/>
        <dsp:cNvSpPr/>
      </dsp:nvSpPr>
      <dsp:spPr>
        <a:xfrm>
          <a:off x="3714966" y="226889"/>
          <a:ext cx="2062929" cy="825171"/>
        </a:xfrm>
        <a:prstGeom prst="chevron">
          <a:avLst/>
        </a:prstGeom>
        <a:solidFill>
          <a:schemeClr val="accent2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smtClean="0">
              <a:latin typeface="Times New Roman" panose="02020603050405020304" pitchFamily="18" charset="0"/>
              <a:cs typeface="Times New Roman" panose="02020603050405020304" pitchFamily="18" charset="0"/>
            </a:rPr>
            <a:t>Dán kiện lớn</a:t>
          </a:r>
          <a:endParaRPr lang="en-US" sz="13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127552" y="226889"/>
        <a:ext cx="1237758" cy="82517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414239-F870-4E63-8888-FFBC1FD2EA61}">
      <dsp:nvSpPr>
        <dsp:cNvPr id="0" name=""/>
        <dsp:cNvSpPr/>
      </dsp:nvSpPr>
      <dsp:spPr>
        <a:xfrm>
          <a:off x="1693" y="226889"/>
          <a:ext cx="2062929" cy="825171"/>
        </a:xfrm>
        <a:prstGeom prst="chevron">
          <a:avLst/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mtClean="0">
              <a:latin typeface="Times New Roman" panose="02020603050405020304" pitchFamily="18" charset="0"/>
              <a:cs typeface="Times New Roman" panose="02020603050405020304" pitchFamily="18" charset="0"/>
            </a:rPr>
            <a:t>Cắt bản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mtClean="0">
              <a:latin typeface="Times New Roman" panose="02020603050405020304" pitchFamily="18" charset="0"/>
              <a:cs typeface="Times New Roman" panose="02020603050405020304" pitchFamily="18" charset="0"/>
            </a:rPr>
            <a:t>(phân chia thành bản rời)</a:t>
          </a:r>
          <a:endParaRPr lang="en-US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14279" y="226889"/>
        <a:ext cx="1237758" cy="825171"/>
      </dsp:txXfrm>
    </dsp:sp>
    <dsp:sp modelId="{21518638-BD47-4FD1-B412-C29DA6BC8553}">
      <dsp:nvSpPr>
        <dsp:cNvPr id="0" name=""/>
        <dsp:cNvSpPr/>
      </dsp:nvSpPr>
      <dsp:spPr>
        <a:xfrm>
          <a:off x="1858329" y="226889"/>
          <a:ext cx="2062929" cy="825171"/>
        </a:xfrm>
        <a:prstGeom prst="chevron">
          <a:avLst/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mtClean="0">
              <a:latin typeface="Times New Roman" panose="02020603050405020304" pitchFamily="18" charset="0"/>
              <a:cs typeface="Times New Roman" panose="02020603050405020304" pitchFamily="18" charset="0"/>
            </a:rPr>
            <a:t>Cắm kiện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mtClean="0">
              <a:latin typeface="Times New Roman" panose="02020603050405020304" pitchFamily="18" charset="0"/>
              <a:cs typeface="Times New Roman" panose="02020603050405020304" pitchFamily="18" charset="0"/>
            </a:rPr>
            <a:t>(nắp nguồn, transformer,… )</a:t>
          </a:r>
          <a:endParaRPr lang="en-US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70915" y="226889"/>
        <a:ext cx="1237758" cy="825171"/>
      </dsp:txXfrm>
    </dsp:sp>
    <dsp:sp modelId="{0AA2DF47-29AA-41FB-89DE-561C2115BC1C}">
      <dsp:nvSpPr>
        <dsp:cNvPr id="0" name=""/>
        <dsp:cNvSpPr/>
      </dsp:nvSpPr>
      <dsp:spPr>
        <a:xfrm>
          <a:off x="3714966" y="226889"/>
          <a:ext cx="2062929" cy="825171"/>
        </a:xfrm>
        <a:prstGeom prst="chevron">
          <a:avLst/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mtClean="0">
              <a:latin typeface="Times New Roman" panose="02020603050405020304" pitchFamily="18" charset="0"/>
              <a:cs typeface="Times New Roman" panose="02020603050405020304" pitchFamily="18" charset="0"/>
            </a:rPr>
            <a:t>Phun flux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smtClean="0">
              <a:latin typeface="Times New Roman" panose="02020603050405020304" pitchFamily="18" charset="0"/>
              <a:cs typeface="Times New Roman" panose="02020603050405020304" pitchFamily="18" charset="0"/>
            </a:rPr>
            <a:t>(chất trở kháng)</a:t>
          </a:r>
          <a:endParaRPr lang="en-US" sz="1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127552" y="226889"/>
        <a:ext cx="1237758" cy="82517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414239-F870-4E63-8888-FFBC1FD2EA61}">
      <dsp:nvSpPr>
        <dsp:cNvPr id="0" name=""/>
        <dsp:cNvSpPr/>
      </dsp:nvSpPr>
      <dsp:spPr>
        <a:xfrm>
          <a:off x="3467" y="0"/>
          <a:ext cx="2072723" cy="788965"/>
        </a:xfrm>
        <a:prstGeom prst="chevron">
          <a:avLst/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smtClean="0">
              <a:latin typeface="Times New Roman" panose="02020603050405020304" pitchFamily="18" charset="0"/>
              <a:cs typeface="Times New Roman" panose="02020603050405020304" pitchFamily="18" charset="0"/>
            </a:rPr>
            <a:t>Lò hàn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smtClean="0">
              <a:latin typeface="Times New Roman" panose="02020603050405020304" pitchFamily="18" charset="0"/>
              <a:cs typeface="Times New Roman" panose="02020603050405020304" pitchFamily="18" charset="0"/>
            </a:rPr>
            <a:t>(hàn linh kiện dạng sóng)</a:t>
          </a:r>
          <a:endParaRPr lang="en-US" sz="1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97950" y="0"/>
        <a:ext cx="1283758" cy="788965"/>
      </dsp:txXfrm>
    </dsp:sp>
    <dsp:sp modelId="{21518638-BD47-4FD1-B412-C29DA6BC8553}">
      <dsp:nvSpPr>
        <dsp:cNvPr id="0" name=""/>
        <dsp:cNvSpPr/>
      </dsp:nvSpPr>
      <dsp:spPr>
        <a:xfrm>
          <a:off x="1830480" y="0"/>
          <a:ext cx="2072723" cy="788965"/>
        </a:xfrm>
        <a:prstGeom prst="chevron">
          <a:avLst/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smtClean="0">
              <a:latin typeface="Times New Roman" panose="02020603050405020304" pitchFamily="18" charset="0"/>
              <a:cs typeface="Times New Roman" panose="02020603050405020304" pitchFamily="18" charset="0"/>
            </a:rPr>
            <a:t>VI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smtClean="0">
              <a:latin typeface="Times New Roman" panose="02020603050405020304" pitchFamily="18" charset="0"/>
              <a:cs typeface="Times New Roman" panose="02020603050405020304" pitchFamily="18" charset="0"/>
            </a:rPr>
            <a:t>(kiểm tra ngoại quan)</a:t>
          </a:r>
          <a:endParaRPr lang="en-US" sz="1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24963" y="0"/>
        <a:ext cx="1283758" cy="78896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116292-E0DB-4CCD-B206-88E74E1C40B7}">
      <dsp:nvSpPr>
        <dsp:cNvPr id="0" name=""/>
        <dsp:cNvSpPr/>
      </dsp:nvSpPr>
      <dsp:spPr>
        <a:xfrm>
          <a:off x="0" y="620962"/>
          <a:ext cx="5695358" cy="98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9998" tIns="812292" rIns="879998" bIns="277368" numCol="1" spcCol="1270" anchor="t" anchorCtr="0">
          <a:noAutofit/>
        </a:bodyPr>
        <a:lstStyle/>
        <a:p>
          <a:pPr marL="285750" lvl="1" indent="-285750" algn="ctr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3900" kern="1200"/>
        </a:p>
      </dsp:txBody>
      <dsp:txXfrm>
        <a:off x="0" y="620962"/>
        <a:ext cx="5695358" cy="982800"/>
      </dsp:txXfrm>
    </dsp:sp>
    <dsp:sp modelId="{98697641-13FE-4843-BEEF-AA89966EA57D}">
      <dsp:nvSpPr>
        <dsp:cNvPr id="0" name=""/>
        <dsp:cNvSpPr/>
      </dsp:nvSpPr>
      <dsp:spPr>
        <a:xfrm>
          <a:off x="111633" y="114940"/>
          <a:ext cx="1588430" cy="1151280"/>
        </a:xfrm>
        <a:prstGeom prst="roundRect">
          <a:avLst/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9999" tIns="0" rIns="299999" bIns="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smtClean="0">
              <a:latin typeface="Times New Roman" panose="02020603050405020304" pitchFamily="18" charset="0"/>
              <a:cs typeface="Times New Roman" panose="02020603050405020304" pitchFamily="18" charset="0"/>
            </a:rPr>
            <a:t>Kho</a:t>
          </a:r>
          <a:endParaRPr lang="en-US" sz="2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67834" y="171141"/>
        <a:ext cx="1476028" cy="1038878"/>
      </dsp:txXfrm>
    </dsp:sp>
    <dsp:sp modelId="{8D3D12C7-588F-464B-99AE-27DA9C9C5326}">
      <dsp:nvSpPr>
        <dsp:cNvPr id="0" name=""/>
        <dsp:cNvSpPr/>
      </dsp:nvSpPr>
      <dsp:spPr>
        <a:xfrm>
          <a:off x="0" y="2390002"/>
          <a:ext cx="9483684" cy="98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57184A-793A-477E-BD02-C33453D1B097}">
      <dsp:nvSpPr>
        <dsp:cNvPr id="0" name=""/>
        <dsp:cNvSpPr/>
      </dsp:nvSpPr>
      <dsp:spPr>
        <a:xfrm>
          <a:off x="111633" y="1883980"/>
          <a:ext cx="1588430" cy="1151280"/>
        </a:xfrm>
        <a:prstGeom prst="roundRect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9999" tIns="0" rIns="299999" bIns="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smtClean="0">
              <a:latin typeface="Times New Roman" panose="02020603050405020304" pitchFamily="18" charset="0"/>
              <a:cs typeface="Times New Roman" panose="02020603050405020304" pitchFamily="18" charset="0"/>
            </a:rPr>
            <a:t>Kế hoạch</a:t>
          </a:r>
          <a:endParaRPr lang="en-US" sz="2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67834" y="1940181"/>
        <a:ext cx="1476028" cy="1038878"/>
      </dsp:txXfrm>
    </dsp:sp>
    <dsp:sp modelId="{4291D981-96F5-4242-BFDC-CC2A49593A8F}">
      <dsp:nvSpPr>
        <dsp:cNvPr id="0" name=""/>
        <dsp:cNvSpPr/>
      </dsp:nvSpPr>
      <dsp:spPr>
        <a:xfrm>
          <a:off x="0" y="4159042"/>
          <a:ext cx="11338559" cy="98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443368-E049-403E-9733-D258EF5951C9}">
      <dsp:nvSpPr>
        <dsp:cNvPr id="0" name=""/>
        <dsp:cNvSpPr/>
      </dsp:nvSpPr>
      <dsp:spPr>
        <a:xfrm>
          <a:off x="111633" y="3653020"/>
          <a:ext cx="1588430" cy="1151280"/>
        </a:xfrm>
        <a:prstGeom prst="roundRect">
          <a:avLst/>
        </a:prstGeom>
        <a:solidFill>
          <a:schemeClr val="accent4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9999" tIns="0" rIns="299999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smtClean="0">
              <a:latin typeface="Times New Roman" panose="02020603050405020304" pitchFamily="18" charset="0"/>
              <a:cs typeface="Times New Roman" panose="02020603050405020304" pitchFamily="18" charset="0"/>
            </a:rPr>
            <a:t>Kỹ </a:t>
          </a:r>
          <a:r>
            <a:rPr lang="en-US" sz="2000" kern="1200" smtClean="0">
              <a:latin typeface="Times New Roman" panose="02020603050405020304" pitchFamily="18" charset="0"/>
              <a:cs typeface="Times New Roman" panose="02020603050405020304" pitchFamily="18" charset="0"/>
            </a:rPr>
            <a:t>sư công trình</a:t>
          </a:r>
          <a:endParaRPr lang="en-US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67834" y="3709221"/>
        <a:ext cx="1476028" cy="103887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116292-E0DB-4CCD-B206-88E74E1C40B7}">
      <dsp:nvSpPr>
        <dsp:cNvPr id="0" name=""/>
        <dsp:cNvSpPr/>
      </dsp:nvSpPr>
      <dsp:spPr>
        <a:xfrm>
          <a:off x="0" y="620962"/>
          <a:ext cx="3735941" cy="98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9998" tIns="812292" rIns="879998" bIns="277368" numCol="1" spcCol="1270" anchor="t" anchorCtr="0">
          <a:noAutofit/>
        </a:bodyPr>
        <a:lstStyle/>
        <a:p>
          <a:pPr marL="285750" lvl="1" indent="-285750" algn="ctr" defTabSz="1733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3900" kern="1200"/>
        </a:p>
      </dsp:txBody>
      <dsp:txXfrm>
        <a:off x="0" y="620962"/>
        <a:ext cx="3735941" cy="982800"/>
      </dsp:txXfrm>
    </dsp:sp>
    <dsp:sp modelId="{98697641-13FE-4843-BEEF-AA89966EA57D}">
      <dsp:nvSpPr>
        <dsp:cNvPr id="0" name=""/>
        <dsp:cNvSpPr/>
      </dsp:nvSpPr>
      <dsp:spPr>
        <a:xfrm>
          <a:off x="111633" y="114940"/>
          <a:ext cx="1588430" cy="1151280"/>
        </a:xfrm>
        <a:prstGeom prst="roundRect">
          <a:avLst/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9999" tIns="0" rIns="299999" bIns="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smtClean="0">
              <a:latin typeface="Times New Roman" panose="02020603050405020304" pitchFamily="18" charset="0"/>
              <a:cs typeface="Times New Roman" panose="02020603050405020304" pitchFamily="18" charset="0"/>
            </a:rPr>
            <a:t>Sản xuất</a:t>
          </a:r>
          <a:endParaRPr lang="en-US" sz="2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67834" y="171141"/>
        <a:ext cx="1476028" cy="1038878"/>
      </dsp:txXfrm>
    </dsp:sp>
    <dsp:sp modelId="{8D3D12C7-588F-464B-99AE-27DA9C9C5326}">
      <dsp:nvSpPr>
        <dsp:cNvPr id="0" name=""/>
        <dsp:cNvSpPr/>
      </dsp:nvSpPr>
      <dsp:spPr>
        <a:xfrm>
          <a:off x="0" y="2390002"/>
          <a:ext cx="5564851" cy="98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57184A-793A-477E-BD02-C33453D1B097}">
      <dsp:nvSpPr>
        <dsp:cNvPr id="0" name=""/>
        <dsp:cNvSpPr/>
      </dsp:nvSpPr>
      <dsp:spPr>
        <a:xfrm>
          <a:off x="111633" y="1883980"/>
          <a:ext cx="1588430" cy="1151280"/>
        </a:xfrm>
        <a:prstGeom prst="roundRect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9999" tIns="0" rIns="299999" bIns="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smtClean="0">
              <a:latin typeface="Times New Roman" panose="02020603050405020304" pitchFamily="18" charset="0"/>
              <a:cs typeface="Times New Roman" panose="02020603050405020304" pitchFamily="18" charset="0"/>
            </a:rPr>
            <a:t>Hỗ trợ</a:t>
          </a:r>
          <a:endParaRPr lang="en-US" sz="2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67834" y="1940181"/>
        <a:ext cx="1476028" cy="1038878"/>
      </dsp:txXfrm>
    </dsp:sp>
    <dsp:sp modelId="{4291D981-96F5-4242-BFDC-CC2A49593A8F}">
      <dsp:nvSpPr>
        <dsp:cNvPr id="0" name=""/>
        <dsp:cNvSpPr/>
      </dsp:nvSpPr>
      <dsp:spPr>
        <a:xfrm>
          <a:off x="0" y="4159042"/>
          <a:ext cx="11338559" cy="98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443368-E049-403E-9733-D258EF5951C9}">
      <dsp:nvSpPr>
        <dsp:cNvPr id="0" name=""/>
        <dsp:cNvSpPr/>
      </dsp:nvSpPr>
      <dsp:spPr>
        <a:xfrm>
          <a:off x="111633" y="3653020"/>
          <a:ext cx="1588430" cy="1151280"/>
        </a:xfrm>
        <a:prstGeom prst="round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9999" tIns="0" rIns="299999" bIns="0" numCol="1" spcCol="1270" anchor="ctr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smtClean="0">
              <a:latin typeface="Times New Roman" panose="02020603050405020304" pitchFamily="18" charset="0"/>
              <a:cs typeface="Times New Roman" panose="02020603050405020304" pitchFamily="18" charset="0"/>
            </a:rPr>
            <a:t>Chất lượng</a:t>
          </a:r>
          <a:endParaRPr lang="en-US" sz="2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67834" y="3709221"/>
        <a:ext cx="1476028" cy="10388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C47B5-ADAF-41B0-8E25-798150F70C66}" type="datetimeFigureOut">
              <a:rPr lang="zh-CN" altLang="en-US" smtClean="0"/>
              <a:t>2024/9/26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B33EC7-D770-4470-B266-BEBD01C7444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33EC7-D770-4470-B266-BEBD01C74447}" type="slidenum">
              <a:rPr lang="zh-CN" altLang="en-US" smtClean="0"/>
              <a:t>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33EC7-D770-4470-B266-BEBD01C7444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8198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33EC7-D770-4470-B266-BEBD01C7444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4947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33EC7-D770-4470-B266-BEBD01C7444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1902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33EC7-D770-4470-B266-BEBD01C7444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207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3519" y="130312"/>
            <a:ext cx="9389882" cy="90842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F75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kumimoji="1" lang="fr-FR" altLang="zh-CN" sz="3600" b="1" dirty="0">
                <a:solidFill>
                  <a:srgbClr val="002F76"/>
                </a:solidFill>
                <a:latin typeface="+mj-lt"/>
                <a:ea typeface="Microsoft YaHei" panose="020B0503020204020204" pitchFamily="34" charset="-122"/>
              </a:rPr>
              <a:t>main title-font size 30-36</a:t>
            </a:r>
            <a:endParaRPr kumimoji="1" lang="zh-TW" altLang="en-US" sz="3600" b="1" dirty="0">
              <a:solidFill>
                <a:srgbClr val="002F76"/>
              </a:solidFill>
              <a:latin typeface="+mj-lt"/>
              <a:ea typeface="Microsoft YaHei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22569" y="2127243"/>
            <a:ext cx="9389882" cy="42273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600" b="0"/>
            </a:lvl2pPr>
            <a:lvl3pPr>
              <a:defRPr sz="1600" b="0"/>
            </a:lvl3pPr>
          </a:lstStyle>
          <a:p>
            <a:r>
              <a:rPr kumimoji="1" lang="en-US" altLang="zh-CN" sz="1600" dirty="0">
                <a:ea typeface="+mj-ea"/>
                <a:sym typeface="等线" panose="02010600030101010101" charset="-122"/>
              </a:rPr>
              <a:t>Text-font size 12-18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94696"/>
            <a:ext cx="522568" cy="436557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11369210" y="6582410"/>
            <a:ext cx="7258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A0DB2DC-4C9A-4742-B13C-FB6460FD3503}" type="slidenum">
              <a:rPr lang="en-US" altLang="zh-CN" sz="1200" smtClean="0">
                <a:solidFill>
                  <a:schemeClr val="bg1"/>
                </a:solidFill>
                <a:latin typeface="+mn-ea"/>
              </a:rPr>
              <a:t>‹#›</a:t>
            </a:fld>
            <a:r>
              <a:rPr lang="en-US" altLang="zh-CN" sz="1200" dirty="0">
                <a:solidFill>
                  <a:schemeClr val="bg1"/>
                </a:solidFill>
                <a:latin typeface="+mn-ea"/>
              </a:rPr>
              <a:t>/30</a:t>
            </a:r>
          </a:p>
        </p:txBody>
      </p:sp>
      <p:sp>
        <p:nvSpPr>
          <p:cNvPr id="7" name="文本框 1">
            <a:extLst>
              <a:ext uri="{FF2B5EF4-FFF2-40B4-BE49-F238E27FC236}">
                <a16:creationId xmlns:a16="http://schemas.microsoft.com/office/drawing/2014/main" id="{56BB8B91-EAC0-C454-15F1-E2BC51972786}"/>
              </a:ext>
            </a:extLst>
          </p:cNvPr>
          <p:cNvSpPr txBox="1"/>
          <p:nvPr userDrawn="1"/>
        </p:nvSpPr>
        <p:spPr>
          <a:xfrm>
            <a:off x="8631382" y="6622475"/>
            <a:ext cx="1987184" cy="221670"/>
          </a:xfrm>
          <a:prstGeom prst="rect">
            <a:avLst/>
          </a:prstGeom>
          <a:noFill/>
        </p:spPr>
        <p:txBody>
          <a:bodyPr wrap="square" tIns="0" bIns="0" rtlCol="0" anchor="ctr">
            <a:noAutofit/>
          </a:bodyPr>
          <a:lstStyle/>
          <a:p>
            <a:pPr algn="l"/>
            <a:r>
              <a:rPr lang="en-US" altLang="zh-CN" sz="1200" dirty="0">
                <a:solidFill>
                  <a:schemeClr val="accent5">
                    <a:lumMod val="50000"/>
                  </a:schemeClr>
                </a:solidFill>
              </a:rPr>
              <a:t>MBD/QA/PQE</a:t>
            </a:r>
            <a:endParaRPr lang="zh-CN" altLang="en-US" sz="12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64917"/>
            <a:ext cx="7315200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主标题文本样式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54179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副标题文本样式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50000"/>
              </a:lnSpc>
              <a:defRPr lang="zh-CN" altLang="zh-CN" sz="1600" smtClean="0">
                <a:effectLst/>
              </a:defRPr>
            </a:lvl1pPr>
          </a:lstStyle>
          <a:p>
            <a:pPr lvl="0"/>
            <a:r>
              <a:rPr lang="zh-CN" altLang="en-US" dirty="0"/>
              <a:t>正文文本样式</a:t>
            </a:r>
            <a:r>
              <a:rPr lang="en-US" altLang="zh-CN" dirty="0"/>
              <a:t>——</a:t>
            </a:r>
          </a:p>
          <a:p>
            <a:pPr lvl="0"/>
            <a:r>
              <a:rPr lang="zh-CN" altLang="en-US" dirty="0"/>
              <a:t>作为全球领先的智能制造及工业互联网整体解决方案服务商，工业富联始终坚持深耕中国、布局全球的生产和经营策略，业务范围覆盖数据全流程，在全球产业链中构建起国内与国外的桥梁，并基于多年来在精益管理、供应链管理、柔性生产方面的经验，实现国内国外双循环，解决国内制造、原材料、销售在外问题，发挥桥梁纽带作用。</a:t>
            </a:r>
            <a:endParaRPr lang="zh-CN" altLang="zh-CN" sz="1050" kern="100" dirty="0">
              <a:effectLst/>
              <a:latin typeface="等线" panose="02010600030101010101" charset="-122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457" y="313068"/>
            <a:ext cx="5645728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457" y="313068"/>
            <a:ext cx="5645728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1137457" y="2303115"/>
            <a:ext cx="5645728" cy="18948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5386DCD-524C-4D6B-849A-07B12901B9A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457" y="313068"/>
            <a:ext cx="5645728" cy="73716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占位符 4"/>
          <p:cNvSpPr>
            <a:spLocks noGrp="1"/>
          </p:cNvSpPr>
          <p:nvPr>
            <p:ph type="title"/>
          </p:nvPr>
        </p:nvSpPr>
        <p:spPr>
          <a:xfrm>
            <a:off x="848411" y="461817"/>
            <a:ext cx="9341963" cy="7919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TEXT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848411" y="2055043"/>
            <a:ext cx="9341964" cy="4318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2"/>
            <a:r>
              <a:rPr lang="en-US" altLang="zh-CN" dirty="0"/>
              <a:t>text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j-ea"/>
          <a:ea typeface="+mj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j-ea"/>
          <a:ea typeface="+mj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18" Type="http://schemas.microsoft.com/office/2007/relationships/diagramDrawing" Target="../diagrams/drawing3.xml"/><Relationship Id="rId3" Type="http://schemas.openxmlformats.org/officeDocument/2006/relationships/image" Target="../media/image1.jpeg"/><Relationship Id="rId21" Type="http://schemas.openxmlformats.org/officeDocument/2006/relationships/diagramQuickStyle" Target="../diagrams/quickStyle4.xml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17" Type="http://schemas.openxmlformats.org/officeDocument/2006/relationships/diagramColors" Target="../diagrams/colors3.xml"/><Relationship Id="rId2" Type="http://schemas.openxmlformats.org/officeDocument/2006/relationships/notesSlide" Target="../notesSlides/notesSlide2.xml"/><Relationship Id="rId16" Type="http://schemas.openxmlformats.org/officeDocument/2006/relationships/diagramQuickStyle" Target="../diagrams/quickStyle3.xml"/><Relationship Id="rId20" Type="http://schemas.openxmlformats.org/officeDocument/2006/relationships/diagramLayout" Target="../diagrams/layout4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5" Type="http://schemas.openxmlformats.org/officeDocument/2006/relationships/diagramLayout" Target="../diagrams/layout3.xml"/><Relationship Id="rId23" Type="http://schemas.microsoft.com/office/2007/relationships/diagramDrawing" Target="../diagrams/drawing4.xml"/><Relationship Id="rId10" Type="http://schemas.openxmlformats.org/officeDocument/2006/relationships/diagramLayout" Target="../diagrams/layout2.xml"/><Relationship Id="rId19" Type="http://schemas.openxmlformats.org/officeDocument/2006/relationships/diagramData" Target="../diagrams/data4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Relationship Id="rId14" Type="http://schemas.openxmlformats.org/officeDocument/2006/relationships/diagramData" Target="../diagrams/data3.xml"/><Relationship Id="rId22" Type="http://schemas.openxmlformats.org/officeDocument/2006/relationships/diagramColors" Target="../diagrams/colors4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304800" y="3048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标题 1"/>
          <p:cNvSpPr txBox="1">
            <a:spLocks/>
          </p:cNvSpPr>
          <p:nvPr/>
        </p:nvSpPr>
        <p:spPr>
          <a:xfrm>
            <a:off x="-91440" y="1463039"/>
            <a:ext cx="8731923" cy="21161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kumimoji="1" lang="en-US" altLang="zh-TW" sz="4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Lưu trình sản xuất </a:t>
            </a:r>
          </a:p>
          <a:p>
            <a:r>
              <a:rPr kumimoji="1" lang="en-US" altLang="zh-TW" sz="4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 các bộ phận trong nhà xưởng</a:t>
            </a:r>
            <a:endParaRPr kumimoji="1" lang="en-US" altLang="zh-TW" sz="4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9645" y="402370"/>
            <a:ext cx="4721624" cy="438741"/>
          </a:xfrm>
        </p:spPr>
        <p:txBody>
          <a:bodyPr>
            <a:noAutofit/>
          </a:bodyPr>
          <a:lstStyle/>
          <a:p>
            <a:r>
              <a:rPr kumimoji="1" lang="en-US" altLang="zh-TW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Lưu trình sản xuất</a:t>
            </a:r>
            <a:endParaRPr kumimoji="1" lang="en-US" altLang="zh-TW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标题 1"/>
          <p:cNvSpPr txBox="1">
            <a:spLocks/>
          </p:cNvSpPr>
          <p:nvPr/>
        </p:nvSpPr>
        <p:spPr>
          <a:xfrm>
            <a:off x="246001" y="2072068"/>
            <a:ext cx="4182308" cy="438741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TW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*Lưu trình sản xuất SMT</a:t>
            </a:r>
            <a:endParaRPr kumimoji="1" lang="en-US" altLang="zh-TW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3363805200"/>
              </p:ext>
            </p:extLst>
          </p:nvPr>
        </p:nvGraphicFramePr>
        <p:xfrm>
          <a:off x="896921" y="2536267"/>
          <a:ext cx="5779589" cy="1278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12" name="Group 11"/>
          <p:cNvGrpSpPr/>
          <p:nvPr/>
        </p:nvGrpSpPr>
        <p:grpSpPr>
          <a:xfrm>
            <a:off x="3538521" y="3605301"/>
            <a:ext cx="7638366" cy="1278950"/>
            <a:chOff x="2741749" y="2578204"/>
            <a:chExt cx="7638366" cy="1278950"/>
          </a:xfrm>
        </p:grpSpPr>
        <p:graphicFrame>
          <p:nvGraphicFramePr>
            <p:cNvPr id="13" name="Diagram 12"/>
            <p:cNvGraphicFramePr/>
            <p:nvPr>
              <p:extLst>
                <p:ext uri="{D42A27DB-BD31-4B8C-83A1-F6EECF244321}">
                  <p14:modId xmlns:p14="http://schemas.microsoft.com/office/powerpoint/2010/main" val="1356681112"/>
                </p:ext>
              </p:extLst>
            </p:nvPr>
          </p:nvGraphicFramePr>
          <p:xfrm>
            <a:off x="2741749" y="2578204"/>
            <a:ext cx="5779589" cy="127895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9" r:lo="rId10" r:qs="rId11" r:cs="rId12"/>
            </a:graphicData>
          </a:graphic>
        </p:graphicFrame>
        <p:grpSp>
          <p:nvGrpSpPr>
            <p:cNvPr id="14" name="Group 13"/>
            <p:cNvGrpSpPr/>
            <p:nvPr/>
          </p:nvGrpSpPr>
          <p:grpSpPr>
            <a:xfrm>
              <a:off x="8317186" y="2805093"/>
              <a:ext cx="2062929" cy="825171"/>
              <a:chOff x="3714966" y="226889"/>
              <a:chExt cx="2062929" cy="825171"/>
            </a:xfrm>
          </p:grpSpPr>
          <p:sp>
            <p:nvSpPr>
              <p:cNvPr id="15" name="Chevron 14"/>
              <p:cNvSpPr/>
              <p:nvPr/>
            </p:nvSpPr>
            <p:spPr>
              <a:xfrm>
                <a:off x="3714966" y="226889"/>
                <a:ext cx="2062929" cy="825171"/>
              </a:xfrm>
              <a:prstGeom prst="chevron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</p:sp>
          <p:sp>
            <p:nvSpPr>
              <p:cNvPr id="16" name="Chevron 4"/>
              <p:cNvSpPr txBox="1"/>
              <p:nvPr/>
            </p:nvSpPr>
            <p:spPr>
              <a:xfrm>
                <a:off x="4127552" y="226889"/>
                <a:ext cx="1237758" cy="825171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52007" tIns="17336" rIns="17336" bIns="17336" numCol="1" spcCol="1270" anchor="ctr" anchorCtr="0">
                <a:noAutofit/>
              </a:bodyPr>
              <a:lstStyle/>
              <a:p>
                <a:pPr lvl="0" algn="ctr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300" kern="120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AOI sau lò</a:t>
                </a:r>
              </a:p>
              <a:p>
                <a:pPr lvl="0" algn="ctr" defTabSz="5778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300" kern="120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(kiểm tra bay kiện, mất kiện ...)</a:t>
                </a:r>
                <a:endParaRPr lang="en-US" sz="1300" kern="1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7" name="标题 1"/>
          <p:cNvSpPr txBox="1">
            <a:spLocks/>
          </p:cNvSpPr>
          <p:nvPr/>
        </p:nvSpPr>
        <p:spPr>
          <a:xfrm>
            <a:off x="246001" y="4788676"/>
            <a:ext cx="4182308" cy="438741"/>
          </a:xfrm>
          <a:prstGeom prst="rect">
            <a:avLst/>
          </a:prstGeom>
          <a:solidFill>
            <a:schemeClr val="accent6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algn="l"/>
            <a:r>
              <a:rPr kumimoji="1" lang="en-US" altLang="zh-TW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*Lưu trình sản xuất PTH</a:t>
            </a:r>
            <a:endParaRPr kumimoji="1" lang="en-US" altLang="zh-TW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896921" y="5313810"/>
            <a:ext cx="9476505" cy="1278950"/>
            <a:chOff x="673336" y="3350034"/>
            <a:chExt cx="9476505" cy="1278950"/>
          </a:xfrm>
        </p:grpSpPr>
        <p:graphicFrame>
          <p:nvGraphicFramePr>
            <p:cNvPr id="19" name="Diagram 18"/>
            <p:cNvGraphicFramePr/>
            <p:nvPr>
              <p:extLst>
                <p:ext uri="{D42A27DB-BD31-4B8C-83A1-F6EECF244321}">
                  <p14:modId xmlns:p14="http://schemas.microsoft.com/office/powerpoint/2010/main" val="2431988099"/>
                </p:ext>
              </p:extLst>
            </p:nvPr>
          </p:nvGraphicFramePr>
          <p:xfrm>
            <a:off x="673336" y="3350034"/>
            <a:ext cx="5779589" cy="127895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4" r:lo="rId15" r:qs="rId16" r:cs="rId17"/>
            </a:graphicData>
          </a:graphic>
        </p:graphicFrame>
        <p:graphicFrame>
          <p:nvGraphicFramePr>
            <p:cNvPr id="20" name="Diagram 19"/>
            <p:cNvGraphicFramePr/>
            <p:nvPr>
              <p:extLst>
                <p:ext uri="{D42A27DB-BD31-4B8C-83A1-F6EECF244321}">
                  <p14:modId xmlns:p14="http://schemas.microsoft.com/office/powerpoint/2010/main" val="2347484553"/>
                </p:ext>
              </p:extLst>
            </p:nvPr>
          </p:nvGraphicFramePr>
          <p:xfrm>
            <a:off x="6204731" y="3587091"/>
            <a:ext cx="3945110" cy="78896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9" r:lo="rId20" r:qs="rId21" r:cs="rId22"/>
            </a:graphicData>
          </a:graphic>
        </p:graphicFrame>
      </p:grpSp>
      <p:grpSp>
        <p:nvGrpSpPr>
          <p:cNvPr id="46" name="Group 45"/>
          <p:cNvGrpSpPr/>
          <p:nvPr/>
        </p:nvGrpSpPr>
        <p:grpSpPr>
          <a:xfrm>
            <a:off x="529645" y="1134311"/>
            <a:ext cx="11200371" cy="607165"/>
            <a:chOff x="239894" y="1094750"/>
            <a:chExt cx="11200371" cy="607165"/>
          </a:xfrm>
          <a:solidFill>
            <a:schemeClr val="accent5">
              <a:lumMod val="40000"/>
              <a:lumOff val="60000"/>
            </a:schemeClr>
          </a:solidFill>
        </p:grpSpPr>
        <p:sp>
          <p:nvSpPr>
            <p:cNvPr id="22" name="Rounded Rectangle 21"/>
            <p:cNvSpPr/>
            <p:nvPr/>
          </p:nvSpPr>
          <p:spPr>
            <a:xfrm>
              <a:off x="239894" y="1095393"/>
              <a:ext cx="1236903" cy="587829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SMT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1650698" y="1094750"/>
              <a:ext cx="1236903" cy="587829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PTH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3076142" y="1094750"/>
              <a:ext cx="1236903" cy="587829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ICT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4501586" y="1106964"/>
              <a:ext cx="1236903" cy="587829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ASSY 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5927030" y="1106964"/>
              <a:ext cx="1236903" cy="587829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FT 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7352474" y="1114086"/>
              <a:ext cx="1236903" cy="587829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smtClean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KANBAN</a:t>
              </a:r>
              <a:endPara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8777918" y="1106963"/>
              <a:ext cx="1236903" cy="587829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CTO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10203362" y="1107813"/>
              <a:ext cx="1236903" cy="587829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FG</a:t>
              </a:r>
            </a:p>
          </p:txBody>
        </p:sp>
        <p:cxnSp>
          <p:nvCxnSpPr>
            <p:cNvPr id="31" name="Straight Arrow Connector 30"/>
            <p:cNvCxnSpPr>
              <a:stCxn id="22" idx="3"/>
              <a:endCxn id="23" idx="1"/>
            </p:cNvCxnSpPr>
            <p:nvPr/>
          </p:nvCxnSpPr>
          <p:spPr>
            <a:xfrm flipV="1">
              <a:off x="1476797" y="1388665"/>
              <a:ext cx="173901" cy="643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23" idx="3"/>
              <a:endCxn id="24" idx="1"/>
            </p:cNvCxnSpPr>
            <p:nvPr/>
          </p:nvCxnSpPr>
          <p:spPr>
            <a:xfrm>
              <a:off x="2887601" y="1388665"/>
              <a:ext cx="188541" cy="0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>
              <a:stCxn id="24" idx="3"/>
              <a:endCxn id="25" idx="1"/>
            </p:cNvCxnSpPr>
            <p:nvPr/>
          </p:nvCxnSpPr>
          <p:spPr>
            <a:xfrm>
              <a:off x="4313045" y="1388665"/>
              <a:ext cx="188541" cy="12214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>
              <a:stCxn id="25" idx="3"/>
              <a:endCxn id="26" idx="1"/>
            </p:cNvCxnSpPr>
            <p:nvPr/>
          </p:nvCxnSpPr>
          <p:spPr>
            <a:xfrm>
              <a:off x="5738489" y="1400879"/>
              <a:ext cx="188541" cy="0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stCxn id="26" idx="3"/>
              <a:endCxn id="27" idx="1"/>
            </p:cNvCxnSpPr>
            <p:nvPr/>
          </p:nvCxnSpPr>
          <p:spPr>
            <a:xfrm>
              <a:off x="7163933" y="1400879"/>
              <a:ext cx="188541" cy="7122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27" idx="3"/>
              <a:endCxn id="28" idx="1"/>
            </p:cNvCxnSpPr>
            <p:nvPr/>
          </p:nvCxnSpPr>
          <p:spPr>
            <a:xfrm flipV="1">
              <a:off x="8589377" y="1400878"/>
              <a:ext cx="188541" cy="7123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28" idx="3"/>
              <a:endCxn id="29" idx="1"/>
            </p:cNvCxnSpPr>
            <p:nvPr/>
          </p:nvCxnSpPr>
          <p:spPr>
            <a:xfrm>
              <a:off x="10014821" y="1400878"/>
              <a:ext cx="188541" cy="850"/>
            </a:xfrm>
            <a:prstGeom prst="straightConnector1">
              <a:avLst/>
            </a:prstGeom>
            <a:grpFill/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60289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519" y="376243"/>
            <a:ext cx="9617026" cy="438741"/>
          </a:xfrm>
        </p:spPr>
        <p:txBody>
          <a:bodyPr>
            <a:noAutofit/>
          </a:bodyPr>
          <a:lstStyle/>
          <a:p>
            <a:r>
              <a:rPr kumimoji="1" lang="en-US" altLang="zh-TW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 bộ phận trong nhà xưởng Foxconn</a:t>
            </a:r>
            <a:endParaRPr kumimoji="1" lang="en-US" altLang="zh-TW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Diagram 13"/>
          <p:cNvGraphicFramePr/>
          <p:nvPr>
            <p:extLst>
              <p:ext uri="{D42A27DB-BD31-4B8C-83A1-F6EECF244321}">
                <p14:modId xmlns:p14="http://schemas.microsoft.com/office/powerpoint/2010/main" val="2802787590"/>
              </p:ext>
            </p:extLst>
          </p:nvPr>
        </p:nvGraphicFramePr>
        <p:xfrm>
          <a:off x="339633" y="1043817"/>
          <a:ext cx="11338559" cy="51871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4" name="Rounded Rectangle 43"/>
          <p:cNvSpPr/>
          <p:nvPr/>
        </p:nvSpPr>
        <p:spPr>
          <a:xfrm>
            <a:off x="2214154" y="1698171"/>
            <a:ext cx="1580606" cy="92746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</a:t>
            </a:r>
          </a:p>
          <a:p>
            <a:pPr algn="ctr"/>
            <a:r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 tổng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095207" y="1698163"/>
            <a:ext cx="1580606" cy="92746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Kitting</a:t>
            </a:r>
          </a:p>
          <a:p>
            <a:pPr algn="ctr"/>
            <a:r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Kho liệu/sản xuất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214154" y="3461653"/>
            <a:ext cx="1580606" cy="92746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PM</a:t>
            </a:r>
          </a:p>
          <a:p>
            <a:pPr algn="ctr"/>
            <a:r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Quản lý sản xuất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095207" y="3461652"/>
            <a:ext cx="1580606" cy="92746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</a:p>
          <a:p>
            <a:pPr algn="ctr"/>
            <a:r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Lên kế hoạch sản xuất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08912" y="3461652"/>
            <a:ext cx="1580606" cy="92746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MPM</a:t>
            </a:r>
          </a:p>
          <a:p>
            <a:pPr algn="ctr"/>
            <a:r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Nguyên vật liệu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922617" y="3468179"/>
            <a:ext cx="1580606" cy="92746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PMC</a:t>
            </a:r>
          </a:p>
          <a:p>
            <a:pPr algn="ctr"/>
            <a:r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Xuất hàng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214154" y="5225133"/>
            <a:ext cx="1580606" cy="9274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</a:t>
            </a:r>
          </a:p>
          <a:p>
            <a:pPr algn="ctr"/>
            <a:r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 tích/ cải thiện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088675" y="5225133"/>
            <a:ext cx="1580606" cy="9274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</a:t>
            </a:r>
          </a:p>
          <a:p>
            <a:pPr algn="ctr"/>
            <a:r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Sửa chữa 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08912" y="5225133"/>
            <a:ext cx="1580606" cy="9274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  <a:p>
            <a:pPr algn="ctr"/>
            <a:r>
              <a:rPr lang="en-US" sz="17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Setup/auto/pro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929149" y="5225133"/>
            <a:ext cx="1580606" cy="9274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</a:t>
            </a:r>
          </a:p>
          <a:p>
            <a:pPr algn="ctr"/>
            <a:r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SMT/PTH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803670" y="5225133"/>
            <a:ext cx="1580606" cy="92746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</a:t>
            </a:r>
          </a:p>
          <a:p>
            <a:pPr algn="ctr"/>
            <a:r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Tối ưu, bố trí sản xuất</a:t>
            </a:r>
          </a:p>
        </p:txBody>
      </p:sp>
    </p:spTree>
    <p:extLst>
      <p:ext uri="{BB962C8B-B14F-4D97-AF65-F5344CB8AC3E}">
        <p14:creationId xmlns:p14="http://schemas.microsoft.com/office/powerpoint/2010/main" val="2656992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519" y="376243"/>
            <a:ext cx="9617026" cy="438741"/>
          </a:xfrm>
        </p:spPr>
        <p:txBody>
          <a:bodyPr>
            <a:noAutofit/>
          </a:bodyPr>
          <a:lstStyle/>
          <a:p>
            <a:r>
              <a:rPr kumimoji="1" lang="en-US" altLang="zh-TW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Các bộ phận trong nhà xưởng Foxconn</a:t>
            </a:r>
            <a:endParaRPr kumimoji="1" lang="en-US" altLang="zh-TW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Diagram 13"/>
          <p:cNvGraphicFramePr/>
          <p:nvPr>
            <p:extLst>
              <p:ext uri="{D42A27DB-BD31-4B8C-83A1-F6EECF244321}">
                <p14:modId xmlns:p14="http://schemas.microsoft.com/office/powerpoint/2010/main" val="1885523787"/>
              </p:ext>
            </p:extLst>
          </p:nvPr>
        </p:nvGraphicFramePr>
        <p:xfrm>
          <a:off x="339633" y="1043817"/>
          <a:ext cx="11338559" cy="51871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4" name="Rounded Rectangle 43"/>
          <p:cNvSpPr/>
          <p:nvPr/>
        </p:nvSpPr>
        <p:spPr>
          <a:xfrm>
            <a:off x="2214154" y="1698171"/>
            <a:ext cx="1580606" cy="92746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</a:t>
            </a:r>
          </a:p>
          <a:p>
            <a:pPr algn="ctr"/>
            <a:r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 hiện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214154" y="3461653"/>
            <a:ext cx="1580606" cy="92746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</a:p>
          <a:p>
            <a:pPr algn="ctr"/>
            <a:r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Xử lý dữ liệu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095207" y="3461652"/>
            <a:ext cx="1580606" cy="92746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Toàn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214154" y="5225133"/>
            <a:ext cx="1580606" cy="9274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PQE/IPQC</a:t>
            </a:r>
          </a:p>
          <a:p>
            <a:pPr algn="ctr"/>
            <a:endParaRPr lang="en-US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4088675" y="5225133"/>
            <a:ext cx="1580606" cy="9274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008912" y="5225133"/>
            <a:ext cx="1580606" cy="9274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929149" y="5225133"/>
            <a:ext cx="1580606" cy="9274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IQC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803670" y="5225133"/>
            <a:ext cx="1580606" cy="9274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CQA</a:t>
            </a:r>
          </a:p>
        </p:txBody>
      </p:sp>
    </p:spTree>
    <p:extLst>
      <p:ext uri="{BB962C8B-B14F-4D97-AF65-F5344CB8AC3E}">
        <p14:creationId xmlns:p14="http://schemas.microsoft.com/office/powerpoint/2010/main" val="3504022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9645" y="284803"/>
            <a:ext cx="9617026" cy="438741"/>
          </a:xfrm>
        </p:spPr>
        <p:txBody>
          <a:bodyPr>
            <a:noAutofit/>
          </a:bodyPr>
          <a:lstStyle/>
          <a:p>
            <a:r>
              <a:rPr kumimoji="1" lang="en-US" altLang="zh-TW" sz="3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Chức năng từng bộ phận </a:t>
            </a:r>
            <a:endParaRPr kumimoji="1" lang="en-US" altLang="zh-TW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994736"/>
              </p:ext>
            </p:extLst>
          </p:nvPr>
        </p:nvGraphicFramePr>
        <p:xfrm>
          <a:off x="431073" y="875212"/>
          <a:ext cx="11286309" cy="5618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5651">
                  <a:extLst>
                    <a:ext uri="{9D8B030D-6E8A-4147-A177-3AD203B41FA5}">
                      <a16:colId xmlns:a16="http://schemas.microsoft.com/office/drawing/2014/main" val="385240636"/>
                    </a:ext>
                  </a:extLst>
                </a:gridCol>
                <a:gridCol w="1124248">
                  <a:extLst>
                    <a:ext uri="{9D8B030D-6E8A-4147-A177-3AD203B41FA5}">
                      <a16:colId xmlns:a16="http://schemas.microsoft.com/office/drawing/2014/main" val="2762334633"/>
                    </a:ext>
                  </a:extLst>
                </a:gridCol>
                <a:gridCol w="3444358">
                  <a:extLst>
                    <a:ext uri="{9D8B030D-6E8A-4147-A177-3AD203B41FA5}">
                      <a16:colId xmlns:a16="http://schemas.microsoft.com/office/drawing/2014/main" val="1449626374"/>
                    </a:ext>
                  </a:extLst>
                </a:gridCol>
                <a:gridCol w="5122052">
                  <a:extLst>
                    <a:ext uri="{9D8B030D-6E8A-4147-A177-3AD203B41FA5}">
                      <a16:colId xmlns:a16="http://schemas.microsoft.com/office/drawing/2014/main" val="511873115"/>
                    </a:ext>
                  </a:extLst>
                </a:gridCol>
              </a:tblGrid>
              <a:tr h="326569">
                <a:tc>
                  <a:txBody>
                    <a:bodyPr/>
                    <a:lstStyle/>
                    <a:p>
                      <a:pPr algn="ctr"/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Bộ</a:t>
                      </a:r>
                      <a:r>
                        <a:rPr lang="en-US" sz="1200" baseline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phận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Tên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Chức</a:t>
                      </a:r>
                      <a:r>
                        <a:rPr lang="en-US" sz="1200" baseline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năng cơ bản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8268"/>
                  </a:ext>
                </a:extLst>
              </a:tr>
              <a:tr h="212798">
                <a:tc rowSpan="2"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Kho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Ware House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Nhà kho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0799960"/>
                  </a:ext>
                </a:extLst>
              </a:tr>
              <a:tr h="21279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Kitting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Kho liệu</a:t>
                      </a:r>
                      <a:r>
                        <a:rPr lang="en-US" sz="1200" baseline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 Dựa theo kế hoạch sản xuất chuẩn bị và cấp phát liệu cho chuyền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584992"/>
                  </a:ext>
                </a:extLst>
              </a:tr>
              <a:tr h="212798">
                <a:tc rowSpan="4">
                  <a:txBody>
                    <a:bodyPr/>
                    <a:lstStyle/>
                    <a:p>
                      <a:pPr algn="ctr"/>
                      <a:endParaRPr lang="en-US" sz="12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2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Kế</a:t>
                      </a:r>
                      <a:r>
                        <a:rPr lang="en-US" sz="1200" baseline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hoạch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PM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Management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Quản lý dự án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9938449"/>
                  </a:ext>
                </a:extLst>
              </a:tr>
              <a:tr h="21279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Production Control 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Quản lý, sắp</a:t>
                      </a:r>
                      <a:r>
                        <a:rPr lang="en-US" sz="1200" baseline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xếp</a:t>
                      </a:r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kế hoạch sản xuất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384145"/>
                  </a:ext>
                </a:extLst>
              </a:tr>
              <a:tr h="21279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MPM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Materials Project Mangement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Quản lý, xác</a:t>
                      </a:r>
                      <a:r>
                        <a:rPr lang="en-US" sz="1200" baseline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nhận</a:t>
                      </a:r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nguyên vật liệu của dự án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7978126"/>
                  </a:ext>
                </a:extLst>
              </a:tr>
              <a:tr h="21279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PMC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Management and Co-ordinator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Quản lý dự án</a:t>
                      </a:r>
                      <a:r>
                        <a:rPr lang="en-US" sz="1200" baseline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nhận deman từ khách hàng, confirm xuất hàng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823635"/>
                  </a:ext>
                </a:extLst>
              </a:tr>
              <a:tr h="212798">
                <a:tc rowSpan="5">
                  <a:txBody>
                    <a:bodyPr/>
                    <a:lstStyle/>
                    <a:p>
                      <a:pPr algn="ctr"/>
                      <a:endParaRPr lang="en-US" sz="12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2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2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Kỹ</a:t>
                      </a:r>
                      <a:r>
                        <a:rPr lang="en-US" sz="1200" baseline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sư chương trình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 Engineer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Phân</a:t>
                      </a:r>
                      <a:r>
                        <a:rPr lang="en-US" sz="1200" baseline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tích đưa ra lưu trình cải thiện lỗi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017928"/>
                  </a:ext>
                </a:extLst>
              </a:tr>
              <a:tr h="212798"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Repair Engineer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Kỹ sư sửa chữa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2386334"/>
                  </a:ext>
                </a:extLst>
              </a:tr>
              <a:tr h="212798"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Engineer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Thiết lập duy trì bảo dưỡng thiết bị test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0886466"/>
                  </a:ext>
                </a:extLst>
              </a:tr>
              <a:tr h="212798"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Industry Engineer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Kỹ sư công nghiệp tối ưu lưu trình sản xuất, layout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377028"/>
                  </a:ext>
                </a:extLst>
              </a:tr>
              <a:tr h="212798"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Manufacturing Engineer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Xử lý bất thường liên quan đến máy móc sản xuất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51081"/>
                  </a:ext>
                </a:extLst>
              </a:tr>
              <a:tr h="212798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Sản xuất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PD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Production 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Thực</a:t>
                      </a:r>
                      <a:r>
                        <a:rPr lang="en-US" sz="1200" baseline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hiện quy trình sản xuất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2411910"/>
                  </a:ext>
                </a:extLst>
              </a:tr>
              <a:tr h="212798">
                <a:tc rowSpan="2">
                  <a:txBody>
                    <a:bodyPr/>
                    <a:lstStyle/>
                    <a:p>
                      <a:pPr algn="ctr"/>
                      <a:endParaRPr lang="en-US" sz="12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Hỗ</a:t>
                      </a:r>
                      <a:r>
                        <a:rPr lang="en-US" sz="1200" baseline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trợ 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Information Technology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Phục vụ xử lý dữ liệu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7630485"/>
                  </a:ext>
                </a:extLst>
              </a:tr>
              <a:tr h="212798"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</a:t>
                      </a:r>
                      <a:r>
                        <a:rPr lang="en-US" sz="1200" baseline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toàn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Đảm</a:t>
                      </a:r>
                      <a:r>
                        <a:rPr lang="en-US" sz="1200" baseline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bảo các vấn đề an toàn sản xuất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622126"/>
                  </a:ext>
                </a:extLst>
              </a:tr>
              <a:tr h="354664">
                <a:tc rowSpan="5">
                  <a:txBody>
                    <a:bodyPr/>
                    <a:lstStyle/>
                    <a:p>
                      <a:pPr algn="ctr"/>
                      <a:endParaRPr lang="en-US" sz="12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2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2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Chất</a:t>
                      </a:r>
                      <a:r>
                        <a:rPr lang="en-US" sz="1200" baseline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lượng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PQE/IPQC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 Quality Engineer/In process Quality control 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Kỹ sư chất lượng sản phẩm</a:t>
                      </a:r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vi-VN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Kiểm soát chất lượng hiện trường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4990469"/>
                  </a:ext>
                </a:extLst>
              </a:tr>
              <a:tr h="212798"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SQE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Supplier Quality Control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Kiểm soát chất lượng nhà cung cấp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96629"/>
                  </a:ext>
                </a:extLst>
              </a:tr>
              <a:tr h="212798"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QA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Quality Assurance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Đảm bảo chất </a:t>
                      </a:r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lượng</a:t>
                      </a:r>
                      <a:endParaRPr lang="vi-VN" sz="120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140149"/>
                  </a:ext>
                </a:extLst>
              </a:tr>
              <a:tr h="212798"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IQC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Incomming Quality Control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Kiểm soát chất lượng liệu </a:t>
                      </a:r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đầu</a:t>
                      </a:r>
                      <a:r>
                        <a:rPr lang="en-US" sz="1200" baseline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vào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5360757"/>
                  </a:ext>
                </a:extLst>
              </a:tr>
              <a:tr h="212798">
                <a:tc vMerge="1"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CQA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Customer Quality Assurance 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Đảm báo chất lượng khách hàng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961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6077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2658110" y="1480345"/>
            <a:ext cx="6715760" cy="3652728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lumMod val="75000"/>
                  <a:alpha val="0"/>
                </a:schemeClr>
              </a:gs>
              <a:gs pos="0">
                <a:schemeClr val="accent1">
                  <a:lumMod val="75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009065" y="2518616"/>
            <a:ext cx="583044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思源黑体 CN Heavy" panose="020B0A00000000000000" pitchFamily="34" charset="-122"/>
                <a:cs typeface="Arial" panose="020B0604020202020204" pitchFamily="34" charset="0"/>
              </a:rPr>
              <a:t>Thank you</a:t>
            </a:r>
            <a:endParaRPr lang="zh-CN" altLang="en-US" sz="8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思源黑体 CN Heavy" panose="020B0A00000000000000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jgwYTcyMWZjMWI3NDZiYzEyNTk1MjVjNjNjMGYwOG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4092</TotalTime>
  <Words>466</Words>
  <Application>Microsoft Office PowerPoint</Application>
  <PresentationFormat>Widescreen</PresentationFormat>
  <Paragraphs>154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等线</vt:lpstr>
      <vt:lpstr>微软雅黑</vt:lpstr>
      <vt:lpstr>微软雅黑</vt:lpstr>
      <vt:lpstr>黑体</vt:lpstr>
      <vt:lpstr>微軟正黑體</vt:lpstr>
      <vt:lpstr>思源黑体 CN Heavy</vt:lpstr>
      <vt:lpstr>Arial</vt:lpstr>
      <vt:lpstr>Arial Black</vt:lpstr>
      <vt:lpstr>Times New Roman</vt:lpstr>
      <vt:lpstr>Office 主题​​</vt:lpstr>
      <vt:lpstr>PowerPoint Presentation</vt:lpstr>
      <vt:lpstr>Lưu trình sản xuất</vt:lpstr>
      <vt:lpstr>Các bộ phận trong nhà xưởng Foxconn</vt:lpstr>
      <vt:lpstr>Các bộ phận trong nhà xưởng Foxconn</vt:lpstr>
      <vt:lpstr>Chức năng từng bộ phận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Harry Chen</dc:creator>
  <cp:lastModifiedBy>阮芳唯</cp:lastModifiedBy>
  <cp:revision>702</cp:revision>
  <dcterms:created xsi:type="dcterms:W3CDTF">2022-05-19T09:53:00Z</dcterms:created>
  <dcterms:modified xsi:type="dcterms:W3CDTF">2024-09-26T10:23:21Z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7FD6FE900B134F54BC210985B6DB4A6D_13</vt:lpwstr>
  </property>
  <property fmtid="{D5CDD505-2E9C-101B-9397-08002B2CF9AE}" pid="3" name="KSOProductBuildVer">
    <vt:lpwstr>1033-12.2.0.13431</vt:lpwstr>
  </property>
</Properties>
</file>