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7"/>
  </p:notesMasterIdLst>
  <p:sldIdLst>
    <p:sldId id="256" r:id="rId2"/>
    <p:sldId id="300" r:id="rId3"/>
    <p:sldId id="301" r:id="rId4"/>
    <p:sldId id="302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06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2024/12/17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3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2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919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75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r>
              <a:rPr lang="en-US" altLang="zh-CN" dirty="0"/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7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886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636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9726" y="514038"/>
            <a:ext cx="89245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200" b="1" smtClean="0">
                <a:solidFill>
                  <a:schemeClr val="bg1"/>
                </a:solidFill>
                <a:ea typeface="思源黑体 CN Heavy" panose="020B0A00000000000000" pitchFamily="34" charset="-122"/>
              </a:rPr>
              <a:t>SOP BURN MCU FOR IO7 MODEL.</a:t>
            </a:r>
            <a:endParaRPr lang="en-US" altLang="zh-CN" sz="4200" b="1">
              <a:solidFill>
                <a:schemeClr val="bg1"/>
              </a:solidFill>
              <a:ea typeface="思源黑体 CN Heavy" panose="020B0A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-972911" y="5700087"/>
            <a:ext cx="474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hangingPunct="0"/>
            <a:r>
              <a:rPr lang="en-US" altLang="zh-TW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Prepared: PE. </a:t>
            </a:r>
            <a:r>
              <a:rPr lang="en-US" altLang="zh-TW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Team</a:t>
            </a:r>
            <a:endParaRPr lang="vi-VN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 hangingPunct="0"/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20</a:t>
            </a:r>
            <a:r>
              <a:rPr lang="vi-VN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</a:t>
            </a:r>
            <a:r>
              <a:rPr lang="en-US" altLang="zh-CN" b="1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4</a:t>
            </a:r>
            <a:r>
              <a:rPr lang="zh-CN" altLang="en-US" b="1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年</a:t>
            </a:r>
            <a:r>
              <a:rPr lang="en-US" altLang="zh-CN" b="1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12</a:t>
            </a:r>
            <a:r>
              <a:rPr lang="zh-CN" altLang="en-US" b="1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b="1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</a:t>
            </a:r>
            <a:r>
              <a:rPr lang="zh-CN" altLang="en-US" b="1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6398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824865" y="445486"/>
            <a:ext cx="10112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CTO </a:t>
            </a:r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: Burn MCU SOP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6691" y="962939"/>
            <a:ext cx="2405530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Cắm bản vào fixture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691" y="1338491"/>
            <a:ext cx="5102744" cy="787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1 : Gửi lệnh ./insert_uut.sh để đóng bản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xuống</a:t>
            </a: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rgbClr val="FF0000"/>
                </a:solidFill>
              </a:rPr>
              <a:t>./</a:t>
            </a:r>
            <a:r>
              <a:rPr lang="en-US">
                <a:solidFill>
                  <a:srgbClr val="FF0000"/>
                </a:solidFill>
              </a:rPr>
              <a:t>insert_uut.sh 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970" y="4354832"/>
            <a:ext cx="5110502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2: Power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on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bản với câu lệnh : </a:t>
            </a:r>
            <a:r>
              <a:rPr lang="vi-VN" smtClean="0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./hotswap.sh on 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824864" y="2089909"/>
            <a:ext cx="5252465" cy="2091711"/>
            <a:chOff x="206691" y="2126143"/>
            <a:chExt cx="5102744" cy="209171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691" y="2126143"/>
              <a:ext cx="5102744" cy="2091711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4" name="Rectangle 13"/>
            <p:cNvSpPr/>
            <p:nvPr/>
          </p:nvSpPr>
          <p:spPr>
            <a:xfrm>
              <a:off x="2050832" y="3447505"/>
              <a:ext cx="1414462" cy="4429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824865" y="4819978"/>
            <a:ext cx="5252465" cy="1438476"/>
            <a:chOff x="56970" y="4819978"/>
            <a:chExt cx="5252465" cy="1438476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70" y="4819978"/>
              <a:ext cx="5252465" cy="1438476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</p:pic>
        <p:sp>
          <p:nvSpPr>
            <p:cNvPr id="32" name="Rectangle 31"/>
            <p:cNvSpPr/>
            <p:nvPr/>
          </p:nvSpPr>
          <p:spPr>
            <a:xfrm>
              <a:off x="2886076" y="5345652"/>
              <a:ext cx="2014537" cy="485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097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824865" y="445486"/>
            <a:ext cx="10112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CTO </a:t>
            </a:r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: Burn MCU SOP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9062" y="920624"/>
            <a:ext cx="11253788" cy="78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3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: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sau khi Power On bản, tiếp theo sẽ chạy </a:t>
            </a:r>
            <a:r>
              <a:rPr lang="vi-VN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lệnh </a:t>
            </a:r>
            <a:r>
              <a:rPr lang="vi-VN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clear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MCU FW. Sau khi sent lệnh cần chờ 1- 2 phút để clear FW. </a:t>
            </a:r>
            <a:endParaRPr lang="en-US"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/usr/flexfs/tftpboot/mcu/mcu_tools/enable_mcu_p4768.sh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1814082"/>
            <a:ext cx="7639050" cy="203131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119061" y="3951207"/>
            <a:ext cx="9739314" cy="2712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4: Chạy lệnh program.sh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ếu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Pass chương trình sẽ show pass và RC= 0, nếu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fail </a:t>
            </a: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RC=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1.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/</a:t>
            </a:r>
            <a:r>
              <a:rPr lang="en-US" sz="2000" smtClean="0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usr/flexfs/tftpboot/mcu/mcu_tools/p4768-qs_mcxn236_key_fw_program.sh</a:t>
            </a:r>
            <a:endParaRPr lang="vi-VN" sz="2000"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Khi bị fail cần chạy lại lệnh 3-4 lần, nếu vẫn không PASS cần chạy lệnh</a:t>
            </a: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 smtClean="0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v2program.sh</a:t>
            </a:r>
            <a:r>
              <a:rPr lang="vi-VN" smtClean="0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tiếp theo ở bên dưới : </a:t>
            </a:r>
            <a:endParaRPr lang="en-US" smtClean="0"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mtClean="0"/>
              <a:t>“</a:t>
            </a:r>
            <a:r>
              <a:rPr lang="en-US" smtClean="0"/>
              <a:t>/</a:t>
            </a:r>
            <a:r>
              <a:rPr lang="en-US">
                <a:solidFill>
                  <a:srgbClr val="FF0000"/>
                </a:solidFill>
              </a:rPr>
              <a:t>usr/flexfs/tftpboot/mcu/mcu_tools/p4768-qs_mcxn236_key_fw_program_v2.sh”,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Nếu sản phẩm vẫn không Pass, cần đánh dấu và tiến hành thay thế U41 thuộc khối MCU. </a:t>
            </a:r>
            <a:endParaRPr lang="en-US" smtClean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>
              <a:solidFill>
                <a:srgbClr val="FF0000"/>
              </a:solidFill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4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824865" y="445486"/>
            <a:ext cx="10112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CTO </a:t>
            </a:r>
            <a:r>
              <a:rPr lang="en-US" altLang="zh-CN" b="1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: Burn MCU SOP</a:t>
            </a:r>
            <a:endParaRPr lang="en-US" altLang="zh-CN" b="1" dirty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" y="2672194"/>
            <a:ext cx="4547235" cy="286598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667702" y="950725"/>
            <a:ext cx="7018973" cy="1585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5 : power off uut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( sau khi kết thúc burn cần power off bản) </a:t>
            </a:r>
            <a:endParaRPr lang="en-US"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./hotswap.sh </a:t>
            </a:r>
            <a:r>
              <a:rPr lang="vi-VN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off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Step 6: để </a:t>
            </a:r>
            <a:r>
              <a:rPr lang="en-US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mở </a:t>
            </a: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fixture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lấy bản ra.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./extract_uut.sh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6529" y="2672194"/>
            <a:ext cx="3467458" cy="138037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Product Pass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  <a:sym typeface="Wingdings" panose="05000000000000000000" pitchFamily="2" charset="2"/>
              </a:rPr>
              <a:t> TPG show pass RC= 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Product Fail </a:t>
            </a:r>
            <a:r>
              <a:rPr lang="vi-VN" smtClean="0"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  <a:sym typeface="Wingdings" panose="05000000000000000000" pitchFamily="2" charset="2"/>
              </a:rPr>
              <a:t> RC =1 show code đỏ </a:t>
            </a:r>
            <a:endParaRPr lang="en-US"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41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81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7404</TotalTime>
  <Words>232</Words>
  <Application>Microsoft Office PowerPoint</Application>
  <PresentationFormat>Widescreen</PresentationFormat>
  <Paragraphs>27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DengXian</vt:lpstr>
      <vt:lpstr>DengXian</vt:lpstr>
      <vt:lpstr>微软雅黑</vt:lpstr>
      <vt:lpstr>微软雅黑</vt:lpstr>
      <vt:lpstr>黑体</vt:lpstr>
      <vt:lpstr>思源黑体 CN Heavy</vt:lpstr>
      <vt:lpstr>思源黑体 CN Normal</vt:lpstr>
      <vt:lpstr>思源黑体 CN Regular</vt:lpstr>
      <vt:lpstr>Arial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范清雄</cp:lastModifiedBy>
  <cp:revision>645</cp:revision>
  <dcterms:created xsi:type="dcterms:W3CDTF">2022-05-19T09:53:32Z</dcterms:created>
  <dcterms:modified xsi:type="dcterms:W3CDTF">2024-12-17T09:35:25Z</dcterms:modified>
</cp:coreProperties>
</file>