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5"/>
  </p:notesMasterIdLst>
  <p:sldIdLst>
    <p:sldId id="256" r:id="rId2"/>
    <p:sldId id="301" r:id="rId3"/>
    <p:sldId id="303" r:id="rId4"/>
    <p:sldId id="309" r:id="rId5"/>
    <p:sldId id="304" r:id="rId6"/>
    <p:sldId id="305" r:id="rId7"/>
    <p:sldId id="306" r:id="rId8"/>
    <p:sldId id="307" r:id="rId9"/>
    <p:sldId id="310" r:id="rId10"/>
    <p:sldId id="311" r:id="rId11"/>
    <p:sldId id="313" r:id="rId12"/>
    <p:sldId id="312" r:id="rId13"/>
    <p:sldId id="25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75"/>
    <a:srgbClr val="D00034"/>
    <a:srgbClr val="002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56" autoAdjust="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23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32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329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112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966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774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287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658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7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45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846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296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915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63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41204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zh-CN" altLang="en-US" sz="1600" dirty="0">
                <a:latin typeface="+mj-ea"/>
                <a:ea typeface="+mj-ea"/>
                <a:sym typeface="等线"/>
              </a:rPr>
              <a:t>正文内容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-</a:t>
            </a:r>
            <a:r>
              <a:rPr kumimoji="1" lang="zh-CN" altLang="en-US" sz="1600" dirty="0">
                <a:latin typeface="+mj-ea"/>
                <a:ea typeface="+mj-ea"/>
                <a:sym typeface="等线"/>
              </a:rPr>
              <a:t>字号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12-18</a:t>
            </a:r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D06F396-41A5-42E3-5F20-72B3893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5386DCD-524C-4D6B-849A-07B12901B9AD}" type="slidenum">
              <a:rPr lang="zh-CN" altLang="en-US" smtClean="0"/>
              <a:pPr/>
              <a:t>‹#›</a:t>
            </a:fld>
            <a:r>
              <a:rPr lang="en-US" altLang="zh-CN" dirty="0"/>
              <a:t>/N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621F51-BC94-CE0C-016B-69E5DF345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882"/>
            <a:ext cx="868837" cy="48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5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53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0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8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22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5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05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6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34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274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8886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63622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思源黑体 CN Heavy" panose="020B0A00000000000000" pitchFamily="34" charset="-122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99494" y="2562463"/>
            <a:ext cx="78586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SOP </a:t>
            </a:r>
            <a:r>
              <a:rPr lang="vi-VN" altLang="zh-CN" sz="4000" b="1" dirty="0" smtClean="0">
                <a:solidFill>
                  <a:schemeClr val="bg1"/>
                </a:solidFill>
                <a:ea typeface="思源黑体 CN Heavy" panose="020B0A00000000000000" pitchFamily="34" charset="-122"/>
              </a:rPr>
              <a:t>Approved/ Reject</a:t>
            </a:r>
            <a:r>
              <a:rPr lang="en-US" altLang="zh-CN" sz="4000" b="1" dirty="0" smtClean="0">
                <a:solidFill>
                  <a:schemeClr val="bg1"/>
                </a:solidFill>
                <a:ea typeface="思源黑体 CN Heavy" panose="020B0A00000000000000" pitchFamily="34" charset="-122"/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ECN</a:t>
            </a:r>
          </a:p>
          <a:p>
            <a:pPr algn="ctr"/>
            <a:r>
              <a:rPr lang="en-US" altLang="zh-CN" sz="40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 </a:t>
            </a:r>
            <a:endParaRPr lang="vi-VN" altLang="zh-CN" sz="4000" b="1" dirty="0">
              <a:solidFill>
                <a:schemeClr val="bg1"/>
              </a:solidFill>
              <a:ea typeface="思源黑体 CN Heavy" panose="020B0A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00025" y="5137448"/>
            <a:ext cx="4746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0"/>
            <a:r>
              <a:rPr lang="en-US" altLang="zh-TW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Prepared: PE. </a:t>
            </a:r>
            <a:r>
              <a:rPr lang="en-US" altLang="zh-TW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Team</a:t>
            </a:r>
            <a:endParaRPr lang="vi-VN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ctr" hangingPunct="0"/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20</a:t>
            </a:r>
            <a:r>
              <a:rPr lang="vi-VN" altLang="zh-CN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</a:t>
            </a:r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4</a:t>
            </a:r>
            <a:r>
              <a:rPr lang="zh-CN" altLang="en-US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年</a:t>
            </a:r>
            <a:r>
              <a:rPr lang="en-US" altLang="zh-CN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09</a:t>
            </a:r>
            <a:r>
              <a:rPr lang="zh-CN" altLang="en-US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月</a:t>
            </a:r>
            <a:r>
              <a:rPr lang="en-US" altLang="zh-CN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21</a:t>
            </a:r>
            <a:r>
              <a:rPr lang="zh-CN" altLang="en-US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日</a:t>
            </a:r>
            <a:endParaRPr lang="en-US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06398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6" y="445486"/>
            <a:ext cx="21326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Login Agile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FXV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724402" y="9617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499" y="1319494"/>
            <a:ext cx="4548729" cy="39332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054" y="1542804"/>
            <a:ext cx="3715268" cy="34866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0141" y="2660994"/>
            <a:ext cx="9236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5400" dirty="0" smtClean="0">
                <a:sym typeface="Wingdings" panose="05000000000000000000" pitchFamily="2" charset="2"/>
              </a:rPr>
              <a:t>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20160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5" y="445486"/>
            <a:ext cx="2604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Login Agile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FXV</a:t>
            </a:r>
            <a:r>
              <a:rPr lang="en-US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724402" y="9617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675" y="2058773"/>
            <a:ext cx="3618148" cy="20560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65" y="1281682"/>
            <a:ext cx="5696745" cy="40010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624011" y="4286725"/>
            <a:ext cx="1147763" cy="3281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71774" y="3830688"/>
            <a:ext cx="981075" cy="302334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Copy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Elbow Connector 7"/>
          <p:cNvCxnSpPr>
            <a:stCxn id="7" idx="2"/>
            <a:endCxn id="6" idx="3"/>
          </p:cNvCxnSpPr>
          <p:nvPr/>
        </p:nvCxnSpPr>
        <p:spPr>
          <a:xfrm rot="5400000">
            <a:off x="2858157" y="4046639"/>
            <a:ext cx="317772" cy="49053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21610" y="2625121"/>
            <a:ext cx="9236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5400" dirty="0" smtClean="0">
                <a:sym typeface="Wingdings" panose="05000000000000000000" pitchFamily="2" charset="2"/>
              </a:rPr>
              <a:t></a:t>
            </a:r>
            <a:endParaRPr lang="en-US" sz="5400" dirty="0"/>
          </a:p>
        </p:txBody>
      </p:sp>
      <p:sp>
        <p:nvSpPr>
          <p:cNvPr id="14" name="Rectangle 13"/>
          <p:cNvSpPr/>
          <p:nvPr/>
        </p:nvSpPr>
        <p:spPr>
          <a:xfrm>
            <a:off x="8620123" y="2778825"/>
            <a:ext cx="1581152" cy="3215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767887" y="2322787"/>
            <a:ext cx="1104902" cy="302334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Paste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Elbow Connector 15"/>
          <p:cNvCxnSpPr>
            <a:stCxn id="15" idx="2"/>
            <a:endCxn id="14" idx="3"/>
          </p:cNvCxnSpPr>
          <p:nvPr/>
        </p:nvCxnSpPr>
        <p:spPr>
          <a:xfrm rot="5400000">
            <a:off x="10103564" y="2722833"/>
            <a:ext cx="314486" cy="11906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36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5" y="445486"/>
            <a:ext cx="2604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Login Agile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NV</a:t>
            </a:r>
            <a:r>
              <a:rPr lang="en-US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724402" y="9617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771650"/>
            <a:ext cx="5096512" cy="29862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1194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5" y="445486"/>
            <a:ext cx="106090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Check và mở nội dung chờ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Approved(Ký duyệt)</a:t>
            </a:r>
            <a:r>
              <a:rPr lang="en-US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724402" y="9617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151" y="1165774"/>
            <a:ext cx="8402223" cy="20672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151" y="3583943"/>
            <a:ext cx="8392696" cy="22101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843088" y="2857501"/>
            <a:ext cx="7086600" cy="2428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72137" y="3714750"/>
            <a:ext cx="814387" cy="327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6477001" y="4541399"/>
            <a:ext cx="2185988" cy="501433"/>
          </a:xfrm>
          <a:prstGeom prst="wedgeRoundRectCallout">
            <a:avLst>
              <a:gd name="adj1" fmla="val -59516"/>
              <a:gd name="adj2" fmla="val -145502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CBB- </a:t>
            </a:r>
            <a:r>
              <a:rPr lang="vi-VN" smtClean="0">
                <a:solidFill>
                  <a:schemeClr val="tx1"/>
                </a:solidFill>
              </a:rPr>
              <a:t>chờ ký </a:t>
            </a:r>
            <a:r>
              <a:rPr lang="vi-VN" dirty="0" smtClean="0">
                <a:solidFill>
                  <a:schemeClr val="tx1"/>
                </a:solidFill>
              </a:rPr>
              <a:t>duyệt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52662" y="1729263"/>
            <a:ext cx="962026" cy="3138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62339" y="1221479"/>
            <a:ext cx="2209798" cy="610405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Thư mục chứa nội dung chờ ký duyệt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Elbow Connector 11"/>
          <p:cNvCxnSpPr>
            <a:stCxn id="15" idx="1"/>
            <a:endCxn id="5" idx="0"/>
          </p:cNvCxnSpPr>
          <p:nvPr/>
        </p:nvCxnSpPr>
        <p:spPr>
          <a:xfrm rot="10800000" flipV="1">
            <a:off x="5386388" y="2137087"/>
            <a:ext cx="1319214" cy="72041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705602" y="1831884"/>
            <a:ext cx="4367798" cy="610405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Danh sách các ECN đang chờ phê duyệt</a:t>
            </a:r>
          </a:p>
        </p:txBody>
      </p:sp>
      <p:cxnSp>
        <p:nvCxnSpPr>
          <p:cNvPr id="20" name="Elbow Connector 19"/>
          <p:cNvCxnSpPr>
            <a:stCxn id="11" idx="2"/>
            <a:endCxn id="10" idx="3"/>
          </p:cNvCxnSpPr>
          <p:nvPr/>
        </p:nvCxnSpPr>
        <p:spPr>
          <a:xfrm rot="5400000">
            <a:off x="3863811" y="1182761"/>
            <a:ext cx="54304" cy="135255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93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5" y="445486"/>
            <a:ext cx="106090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Check và mở nội dung chờ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Approved(Ký duyệt)</a:t>
            </a:r>
            <a:r>
              <a:rPr lang="en-US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  <a:p>
            <a:r>
              <a:rPr lang="en-US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724402" y="9617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09" y="876158"/>
            <a:ext cx="6573167" cy="22101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298" y="3382765"/>
            <a:ext cx="7163800" cy="28007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043362" y="1683372"/>
            <a:ext cx="1032066" cy="8693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512687" y="1296413"/>
            <a:ext cx="2921207" cy="1238970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ECNNV6001445 trên FXV ailge được tạo dựa trên GCO-037036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Elbow Connector 8"/>
          <p:cNvCxnSpPr>
            <a:endCxn id="8" idx="1"/>
          </p:cNvCxnSpPr>
          <p:nvPr/>
        </p:nvCxnSpPr>
        <p:spPr>
          <a:xfrm flipV="1">
            <a:off x="5089716" y="1915898"/>
            <a:ext cx="3422971" cy="20459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662496" y="3744276"/>
            <a:ext cx="3681404" cy="3783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Elbow Connector 26"/>
          <p:cNvCxnSpPr>
            <a:stCxn id="8" idx="2"/>
            <a:endCxn id="26" idx="3"/>
          </p:cNvCxnSpPr>
          <p:nvPr/>
        </p:nvCxnSpPr>
        <p:spPr>
          <a:xfrm rot="5400000">
            <a:off x="8459568" y="2419716"/>
            <a:ext cx="1398056" cy="162939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386273" y="5700144"/>
            <a:ext cx="1128724" cy="3038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56809" y="2714625"/>
            <a:ext cx="1543504" cy="3716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FXV agile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541594" y="5818221"/>
            <a:ext cx="1543504" cy="3716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NV agile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5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6" y="445486"/>
            <a:ext cx="56616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So sánh Cover Page giữa Agile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FXV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và Agile NV</a:t>
            </a:r>
            <a:r>
              <a:rPr lang="en-US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3" y="1357029"/>
            <a:ext cx="3381589" cy="43151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649" y="1357030"/>
            <a:ext cx="3324467" cy="43151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8353029" y="2095862"/>
            <a:ext cx="1033859" cy="367802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 smtClean="0">
                <a:solidFill>
                  <a:schemeClr val="tx1"/>
                </a:solidFill>
              </a:rPr>
              <a:t>Agile 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32055" y="2134894"/>
            <a:ext cx="1125784" cy="328770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 smtClean="0">
                <a:solidFill>
                  <a:schemeClr val="tx1"/>
                </a:solidFill>
              </a:rPr>
              <a:t>Agile </a:t>
            </a:r>
            <a:r>
              <a:rPr lang="vi-VN" sz="1600" dirty="0" smtClean="0">
                <a:solidFill>
                  <a:schemeClr val="tx1"/>
                </a:solidFill>
              </a:rPr>
              <a:t>FXV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26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6" y="445486"/>
            <a:ext cx="6761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So sánh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Affected Items giữa </a:t>
            </a:r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Agile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FXV </a:t>
            </a:r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và Agile NV</a:t>
            </a:r>
            <a:r>
              <a:rPr lang="en-US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32" y="3743513"/>
            <a:ext cx="10297256" cy="26609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2128872" y="3787823"/>
            <a:ext cx="1148239" cy="343470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 smtClean="0">
                <a:solidFill>
                  <a:schemeClr val="tx1"/>
                </a:solidFill>
              </a:rPr>
              <a:t>Agile NV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33" y="1040014"/>
            <a:ext cx="10297256" cy="25299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2128871" y="1054302"/>
            <a:ext cx="1148239" cy="343470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 smtClean="0">
                <a:solidFill>
                  <a:schemeClr val="tx1"/>
                </a:solidFill>
              </a:rPr>
              <a:t>Agile </a:t>
            </a:r>
            <a:r>
              <a:rPr lang="vi-VN" sz="1600" dirty="0" smtClean="0">
                <a:solidFill>
                  <a:schemeClr val="tx1"/>
                </a:solidFill>
              </a:rPr>
              <a:t>FXV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69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6" y="445486"/>
            <a:ext cx="93049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Nếu nội dung trên hệ thống FXV agile khớp với NV agile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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Approved (Ký duyệt)</a:t>
            </a:r>
            <a:r>
              <a:rPr lang="en-US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322" y="856078"/>
            <a:ext cx="9495945" cy="56978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500206" y="1894729"/>
            <a:ext cx="842956" cy="2912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3162" y="933215"/>
            <a:ext cx="1643052" cy="449963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1.</a:t>
            </a:r>
            <a:r>
              <a:rPr lang="vi-VN" dirty="0" smtClean="0">
                <a:solidFill>
                  <a:schemeClr val="tx1"/>
                </a:solidFill>
              </a:rPr>
              <a:t>Click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  <a:t> Mở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Elbow Connector 7"/>
          <p:cNvCxnSpPr>
            <a:stCxn id="7" idx="2"/>
            <a:endCxn id="6" idx="3"/>
          </p:cNvCxnSpPr>
          <p:nvPr/>
        </p:nvCxnSpPr>
        <p:spPr>
          <a:xfrm rot="5400000">
            <a:off x="2425335" y="1301005"/>
            <a:ext cx="657180" cy="82152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02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6" y="445486"/>
            <a:ext cx="9419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Nếu nội dung trên hệ thống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FXV </a:t>
            </a:r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agile khớp với NV agile  </a:t>
            </a:r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 Approved (Ký duyệt)</a:t>
            </a:r>
            <a:r>
              <a:rPr lang="en-US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724402" y="9617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22" y="857682"/>
            <a:ext cx="6315956" cy="564355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106222" y="2614044"/>
            <a:ext cx="4014781" cy="3577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243139" y="1278566"/>
            <a:ext cx="4733176" cy="777258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2. Nhập Password (pass lấy pass lần 2 khi mở tài khoản Agile </a:t>
            </a:r>
            <a:r>
              <a:rPr lang="vi-VN" dirty="0" smtClean="0">
                <a:solidFill>
                  <a:schemeClr val="tx1"/>
                </a:solidFill>
              </a:rPr>
              <a:t>FXV </a:t>
            </a:r>
            <a:r>
              <a:rPr lang="vi-VN" dirty="0" smtClean="0">
                <a:solidFill>
                  <a:schemeClr val="tx1"/>
                </a:solidFill>
              </a:rPr>
              <a:t>được gửi qua mail 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9" name="Elbow Connector 18"/>
          <p:cNvCxnSpPr>
            <a:stCxn id="18" idx="2"/>
            <a:endCxn id="17" idx="0"/>
          </p:cNvCxnSpPr>
          <p:nvPr/>
        </p:nvCxnSpPr>
        <p:spPr>
          <a:xfrm rot="5400000">
            <a:off x="4082560" y="2086877"/>
            <a:ext cx="558220" cy="49611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733" y="2053142"/>
            <a:ext cx="4199848" cy="31578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8293520" y="4407638"/>
            <a:ext cx="922318" cy="4220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754679" y="3539420"/>
            <a:ext cx="1255542" cy="65200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Password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0" name="Elbow Connector 29"/>
          <p:cNvCxnSpPr>
            <a:stCxn id="29" idx="2"/>
            <a:endCxn id="27" idx="3"/>
          </p:cNvCxnSpPr>
          <p:nvPr/>
        </p:nvCxnSpPr>
        <p:spPr>
          <a:xfrm rot="5400000">
            <a:off x="9085527" y="4321733"/>
            <a:ext cx="427234" cy="16661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594177" y="6079200"/>
            <a:ext cx="922318" cy="4220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028177" y="5684003"/>
            <a:ext cx="1453003" cy="476596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3. </a:t>
            </a:r>
            <a:r>
              <a:rPr lang="vi-VN" dirty="0" smtClean="0">
                <a:solidFill>
                  <a:schemeClr val="tx1"/>
                </a:solidFill>
              </a:rPr>
              <a:t>Approved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3" name="Elbow Connector 32"/>
          <p:cNvCxnSpPr>
            <a:stCxn id="32" idx="2"/>
            <a:endCxn id="31" idx="3"/>
          </p:cNvCxnSpPr>
          <p:nvPr/>
        </p:nvCxnSpPr>
        <p:spPr>
          <a:xfrm rot="5400000">
            <a:off x="7570778" y="5106316"/>
            <a:ext cx="129619" cy="223818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106221" y="4844460"/>
            <a:ext cx="4014781" cy="1109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525679" y="4024402"/>
            <a:ext cx="2576634" cy="4637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Nhận xét và phản hồi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Elbow Connector 20"/>
          <p:cNvCxnSpPr>
            <a:stCxn id="20" idx="2"/>
            <a:endCxn id="15" idx="0"/>
          </p:cNvCxnSpPr>
          <p:nvPr/>
        </p:nvCxnSpPr>
        <p:spPr>
          <a:xfrm rot="5400000">
            <a:off x="4785649" y="3816113"/>
            <a:ext cx="356310" cy="170038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49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6" y="445486"/>
            <a:ext cx="95907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Nếu nội dung trên hệ thống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FXV agile Không </a:t>
            </a:r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khớp với NV agile  </a:t>
            </a:r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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Reject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6" y="893375"/>
            <a:ext cx="9944452" cy="547129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16395" y="1994741"/>
            <a:ext cx="842956" cy="2912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62337" y="1018940"/>
            <a:ext cx="1595438" cy="449963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1.</a:t>
            </a:r>
            <a:r>
              <a:rPr lang="vi-VN" dirty="0" smtClean="0">
                <a:solidFill>
                  <a:schemeClr val="tx1"/>
                </a:solidFill>
              </a:rPr>
              <a:t>Click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  <a:t> Mở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Elbow Connector 10"/>
          <p:cNvCxnSpPr>
            <a:stCxn id="10" idx="2"/>
            <a:endCxn id="9" idx="3"/>
          </p:cNvCxnSpPr>
          <p:nvPr/>
        </p:nvCxnSpPr>
        <p:spPr>
          <a:xfrm rot="5400000">
            <a:off x="3523971" y="1404284"/>
            <a:ext cx="671467" cy="80070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87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5" y="445486"/>
            <a:ext cx="93335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Nếu nội dung trên hệ thống </a:t>
            </a:r>
            <a:r>
              <a:rPr lang="vi-VN" altLang="zh-CN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FXV </a:t>
            </a:r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agile Không khớp với NV agile  </a:t>
            </a:r>
            <a:r>
              <a:rPr lang="vi-VN" altLang="zh-CN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Wingdings" panose="05000000000000000000" pitchFamily="2" charset="2"/>
              </a:rPr>
              <a:t> Reject 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Wingdings" panose="05000000000000000000" pitchFamily="2" charset="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612" y="871970"/>
            <a:ext cx="5810690" cy="560850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724402" y="9617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106222" y="2614044"/>
            <a:ext cx="4014781" cy="3577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06223" y="1209532"/>
            <a:ext cx="4870092" cy="846291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2. Nhập Password (pass lấy pass lần 2 khi mở tài khoản Agile </a:t>
            </a:r>
            <a:r>
              <a:rPr lang="vi-VN" dirty="0" smtClean="0">
                <a:solidFill>
                  <a:schemeClr val="tx1"/>
                </a:solidFill>
              </a:rPr>
              <a:t>FXV </a:t>
            </a:r>
            <a:r>
              <a:rPr lang="vi-VN" dirty="0" smtClean="0">
                <a:solidFill>
                  <a:schemeClr val="tx1"/>
                </a:solidFill>
              </a:rPr>
              <a:t>được gửi qua mail 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Elbow Connector 21"/>
          <p:cNvCxnSpPr>
            <a:stCxn id="21" idx="2"/>
            <a:endCxn id="20" idx="0"/>
          </p:cNvCxnSpPr>
          <p:nvPr/>
        </p:nvCxnSpPr>
        <p:spPr>
          <a:xfrm rot="5400000">
            <a:off x="4048331" y="2121105"/>
            <a:ext cx="558221" cy="42765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733" y="2053142"/>
            <a:ext cx="4199848" cy="31578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4" name="Rectangle 23"/>
          <p:cNvSpPr/>
          <p:nvPr/>
        </p:nvSpPr>
        <p:spPr>
          <a:xfrm>
            <a:off x="8293520" y="4407638"/>
            <a:ext cx="922318" cy="4220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754679" y="3539420"/>
            <a:ext cx="1255542" cy="65200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Password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Elbow Connector 27"/>
          <p:cNvCxnSpPr>
            <a:stCxn id="25" idx="2"/>
            <a:endCxn id="24" idx="3"/>
          </p:cNvCxnSpPr>
          <p:nvPr/>
        </p:nvCxnSpPr>
        <p:spPr>
          <a:xfrm rot="5400000">
            <a:off x="9085527" y="4321733"/>
            <a:ext cx="427234" cy="16661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594177" y="6079200"/>
            <a:ext cx="922318" cy="4220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834195" y="5715732"/>
            <a:ext cx="1453003" cy="476596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tx1"/>
                </a:solidFill>
              </a:rPr>
              <a:t>3. Reject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6" name="Elbow Connector 35"/>
          <p:cNvCxnSpPr>
            <a:stCxn id="35" idx="2"/>
            <a:endCxn id="34" idx="3"/>
          </p:cNvCxnSpPr>
          <p:nvPr/>
        </p:nvCxnSpPr>
        <p:spPr>
          <a:xfrm rot="5400000">
            <a:off x="7489651" y="5219172"/>
            <a:ext cx="97890" cy="204420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153605" y="4732620"/>
            <a:ext cx="4014781" cy="1109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73063" y="3912562"/>
            <a:ext cx="2576634" cy="4637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Nhận xét và phản hồi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Elbow Connector 17"/>
          <p:cNvCxnSpPr>
            <a:stCxn id="17" idx="2"/>
            <a:endCxn id="15" idx="0"/>
          </p:cNvCxnSpPr>
          <p:nvPr/>
        </p:nvCxnSpPr>
        <p:spPr>
          <a:xfrm rot="5400000">
            <a:off x="4833033" y="3704273"/>
            <a:ext cx="356310" cy="170038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46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81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11149</TotalTime>
  <Words>258</Words>
  <Application>Microsoft Office PowerPoint</Application>
  <PresentationFormat>Widescreen</PresentationFormat>
  <Paragraphs>66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等线</vt:lpstr>
      <vt:lpstr>微软雅黑</vt:lpstr>
      <vt:lpstr>微软雅黑</vt:lpstr>
      <vt:lpstr>黑体</vt:lpstr>
      <vt:lpstr>思源黑体 CN Heavy</vt:lpstr>
      <vt:lpstr>思源黑体 CN Normal</vt:lpstr>
      <vt:lpstr>思源黑体 CN Regular</vt:lpstr>
      <vt:lpstr>Arial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ZMY</dc:creator>
  <cp:lastModifiedBy>范清雄</cp:lastModifiedBy>
  <cp:revision>626</cp:revision>
  <dcterms:created xsi:type="dcterms:W3CDTF">2022-05-19T09:53:32Z</dcterms:created>
  <dcterms:modified xsi:type="dcterms:W3CDTF">2024-09-21T10:26:16Z</dcterms:modified>
</cp:coreProperties>
</file>