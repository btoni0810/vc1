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5B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2434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en Lin" userId="0526c086-8427-4fd5-88f1-d7467889e132" providerId="ADAL" clId="{539518C8-53DF-428C-8802-8DA73282BFCF}"/>
    <pc:docChg chg="modSld">
      <pc:chgData name="Darren Lin" userId="0526c086-8427-4fd5-88f1-d7467889e132" providerId="ADAL" clId="{539518C8-53DF-428C-8802-8DA73282BFCF}" dt="2024-11-29T06:56:55.271" v="7" actId="20577"/>
      <pc:docMkLst>
        <pc:docMk/>
      </pc:docMkLst>
      <pc:sldChg chg="modSp mod">
        <pc:chgData name="Darren Lin" userId="0526c086-8427-4fd5-88f1-d7467889e132" providerId="ADAL" clId="{539518C8-53DF-428C-8802-8DA73282BFCF}" dt="2024-11-29T06:56:55.271" v="7" actId="20577"/>
        <pc:sldMkLst>
          <pc:docMk/>
          <pc:sldMk cId="882318862" sldId="256"/>
        </pc:sldMkLst>
        <pc:spChg chg="mod">
          <ac:chgData name="Darren Lin" userId="0526c086-8427-4fd5-88f1-d7467889e132" providerId="ADAL" clId="{539518C8-53DF-428C-8802-8DA73282BFCF}" dt="2024-11-29T06:56:55.271" v="7" actId="20577"/>
          <ac:spMkLst>
            <pc:docMk/>
            <pc:sldMk cId="882318862" sldId="256"/>
            <ac:spMk id="2" creationId="{D7080C77-CA68-DD91-514F-062D2FB93AD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B3508-89A0-2950-0495-04AF2CFBAB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1584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test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B30541-BCBC-22FC-A6BF-8C65E9325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78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8B4341-7182-3677-7B0F-8D8D7D97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42C465-E4CF-4849-8D35-C78A0E306D9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531009-551F-48AE-87FF-C4C8BCD2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8A988A-F34F-9ACF-D66C-265A2859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F7C77C-D1AE-4AAA-996F-08C390517A8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105A130-ACE1-8740-B7B5-CB9A0B79A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1584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727477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72750-2819-1F09-8055-E653C5A1B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F35CCB-ED61-B012-132A-804CA200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42C465-E4CF-4849-8D35-C78A0E306D9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179F268-5C79-557F-D49C-6FEFE0455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B827A28-5F31-7383-54B5-76AFD6EE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F7C77C-D1AE-4AAA-996F-08C390517A8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B86A4AB1-A2A1-982C-7BE3-C01AE258FFD6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6"/>
            <a:ext cx="10515600" cy="9115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10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C15CF0B-13C7-FBFD-BCD9-D2D70A5A73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42C465-E4CF-4849-8D35-C78A0E306D9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A4A0BA5-330F-AD0B-F887-8D325865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9F1A02-9F3F-98C6-F80C-906ED681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F7C77C-D1AE-4AAA-996F-08C390517A8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624C6BA8-360F-EABF-9AE8-C3A7FAADA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1584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48837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FA1BEAB-6C59-2BD7-63DE-2246CBC334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57DCAC6-66B5-DA95-0168-CED119AAFDD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6450238"/>
            <a:ext cx="1890532" cy="4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9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A0086CA-9EF8-AD84-9F8A-8287C69C8A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93" b="4436"/>
          <a:stretch/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7080C77-CA68-DD91-514F-062D2FB93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383" y="5010927"/>
            <a:ext cx="10630828" cy="739439"/>
          </a:xfrm>
          <a:prstGeom prst="rect">
            <a:avLst/>
          </a:prstGeom>
          <a:solidFill>
            <a:srgbClr val="75B81B"/>
          </a:solidFill>
        </p:spPr>
        <p:txBody>
          <a:bodyPr anchor="ctr">
            <a:noAutofit/>
          </a:bodyPr>
          <a:lstStyle/>
          <a:p>
            <a:pPr algn="l"/>
            <a:r>
              <a:rPr lang="en-US" dirty="0"/>
              <a:t>BF3 DPU </a:t>
            </a:r>
            <a:r>
              <a:rPr lang="en-US"/>
              <a:t>MEM Failure Fix </a:t>
            </a:r>
            <a:r>
              <a:rPr lang="en-US" dirty="0"/>
              <a:t>G</a:t>
            </a:r>
            <a:r>
              <a:rPr lang="en-US"/>
              <a:t>uideline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18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6358C36-B40A-DDD2-F716-B26570445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811" y="1821352"/>
            <a:ext cx="5882640" cy="766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822B47-4AC6-7D67-92EE-5D5268BE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candidate location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237D6-BDC7-A665-B0A4-DC4EE0A70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87" y="2263613"/>
            <a:ext cx="4203459" cy="251739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3DF511-D23F-B2C3-CD87-B4B7111D1FD8}"/>
              </a:ext>
            </a:extLst>
          </p:cNvPr>
          <p:cNvCxnSpPr/>
          <p:nvPr/>
        </p:nvCxnSpPr>
        <p:spPr>
          <a:xfrm>
            <a:off x="7354388" y="1998617"/>
            <a:ext cx="7641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2F5C81-04C1-CEC6-EBDB-ABDFF96453CE}"/>
              </a:ext>
            </a:extLst>
          </p:cNvPr>
          <p:cNvSpPr txBox="1"/>
          <p:nvPr/>
        </p:nvSpPr>
        <p:spPr>
          <a:xfrm>
            <a:off x="5739189" y="257557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M221~225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6F6EF-25D8-D1E1-55A6-2F646EFED0DC}"/>
              </a:ext>
            </a:extLst>
          </p:cNvPr>
          <p:cNvSpPr txBox="1"/>
          <p:nvPr/>
        </p:nvSpPr>
        <p:spPr>
          <a:xfrm>
            <a:off x="5767709" y="5163681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M331~335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CF75A7-6269-22C0-9125-55D05EA2D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189" y="3944375"/>
            <a:ext cx="5517358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93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5ACBE-2BDE-85F7-2704-0EC4264B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 failure instructions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7DC57-5F20-E6BE-BCB9-594CE7B8DADA}"/>
              </a:ext>
            </a:extLst>
          </p:cNvPr>
          <p:cNvSpPr txBox="1"/>
          <p:nvPr/>
        </p:nvSpPr>
        <p:spPr>
          <a:xfrm>
            <a:off x="920931" y="1541417"/>
            <a:ext cx="8157756" cy="36933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unit must run FT testing released after 2024/5, if the unit failed in DPU MEM before 2024/5 and does not have the latest FT test result, please run the FT offline testing first.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If the DPU MEM failure passes the DDR tool, please re-test it in offline. If it also passes offline testing, please release it to the online.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dirty="0">
                <a:solidFill>
                  <a:schemeClr val="bg1"/>
                </a:solidFill>
              </a:rPr>
              <a:t>T</a:t>
            </a:r>
            <a:r>
              <a:rPr lang="en-US" dirty="0">
                <a:solidFill>
                  <a:schemeClr val="bg1"/>
                </a:solidFill>
              </a:rPr>
              <a:t>he DDR tool detects only one memory, please replace the memory directly then run it to the offline testing, if the unit fails please run the DDR tool again.</a:t>
            </a:r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17510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703E5B-A9E6-9C6F-FC37-EF710F8F846A}"/>
              </a:ext>
            </a:extLst>
          </p:cNvPr>
          <p:cNvSpPr txBox="1"/>
          <p:nvPr/>
        </p:nvSpPr>
        <p:spPr>
          <a:xfrm>
            <a:off x="920930" y="1541417"/>
            <a:ext cx="10254343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altLang="zh-TW" dirty="0">
                <a:solidFill>
                  <a:schemeClr val="bg1"/>
                </a:solidFill>
              </a:rPr>
              <a:t>If all memories failed in DDR tool, and the ft log likes below, please request NV to replace the BGA. 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FB2D51-F6F3-B0F4-DF67-641E639BCE6F}"/>
              </a:ext>
            </a:extLst>
          </p:cNvPr>
          <p:cNvSpPr txBox="1">
            <a:spLocks/>
          </p:cNvSpPr>
          <p:nvPr/>
        </p:nvSpPr>
        <p:spPr>
          <a:xfrm>
            <a:off x="788127" y="373838"/>
            <a:ext cx="10515600" cy="9115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MEM failure instructions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DF152-961D-789D-FE06-99E13D1A1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42" y="2208168"/>
            <a:ext cx="4505015" cy="37339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E40128-3ED8-6D37-656B-144DE3B6D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576" y="2209084"/>
            <a:ext cx="4491089" cy="3283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1B338F-6937-8B40-0E00-71879BE84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6579" y="2208168"/>
            <a:ext cx="2067544" cy="208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39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141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佈景主題</vt:lpstr>
      <vt:lpstr>BF3 DPU MEM Failure Fix Guideline </vt:lpstr>
      <vt:lpstr>Memory candidate location </vt:lpstr>
      <vt:lpstr>MEM failure instructions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burn “Master” Unit for boot station</dc:title>
  <dc:creator>Darren Lin</dc:creator>
  <cp:lastModifiedBy>Darren Lin</cp:lastModifiedBy>
  <cp:revision>2</cp:revision>
  <dcterms:created xsi:type="dcterms:W3CDTF">2023-09-22T02:35:51Z</dcterms:created>
  <dcterms:modified xsi:type="dcterms:W3CDTF">2024-11-29T06:56:55Z</dcterms:modified>
</cp:coreProperties>
</file>