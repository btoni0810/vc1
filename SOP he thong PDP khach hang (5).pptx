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276" r:id="rId4"/>
    <p:sldId id="257" r:id="rId5"/>
    <p:sldId id="258" r:id="rId6"/>
    <p:sldId id="262" r:id="rId7"/>
    <p:sldId id="260" r:id="rId8"/>
    <p:sldId id="263" r:id="rId9"/>
    <p:sldId id="261" r:id="rId10"/>
    <p:sldId id="264" r:id="rId11"/>
    <p:sldId id="268" r:id="rId12"/>
    <p:sldId id="271" r:id="rId13"/>
    <p:sldId id="272" r:id="rId14"/>
    <p:sldId id="273" r:id="rId15"/>
    <p:sldId id="274" r:id="rId16"/>
    <p:sldId id="265" r:id="rId17"/>
    <p:sldId id="266" r:id="rId18"/>
    <p:sldId id="267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7" autoAdjust="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D1BD-EDCC-4630-863E-C197FDBC7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FA2CC-1B3E-42F3-AAB8-717C86956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B7EF-BE3F-469A-BB59-9F9CC045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9392C-6ABC-41F8-AEE6-F8C49CCD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AB528-27B2-4461-8AFF-CB5D0B7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5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3544-0838-4AE7-9558-C1E96D06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21C18-3EAD-476A-B123-86BE6C65A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67880-0F37-40F6-AC10-812DBBEB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173D3-86D5-43A9-A3E7-8D34C367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6DE15-AAC9-40A7-8362-3733F56E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F238-5FAC-4E2B-B16A-7A978F6F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2EA2C-CFEE-43D3-9426-01F9FF59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CF6FF-2F3D-41CC-90C9-10370A58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90FF3-A632-4161-9E31-84FD2DEE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00DC-FAC8-4EFA-8D78-51B7FC87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7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6A92-5949-447E-A156-A88A6F820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16E7-B0D4-477B-B107-A9B06A09A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9AF60-59FE-48BB-983A-0846FC924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DE897-97C7-45EE-AB64-B471BD0E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0132B-4E6A-4793-B9E4-B008BDBB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9BC2-79B1-4E9C-934B-BA337850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1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4A39-2AF1-4D58-903F-8650D0AF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EA0FE-59D2-41B2-8DC0-18FB1114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688CB-9E40-4B22-A7DB-D3BB4E203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CC87C-2965-479A-83E0-00FF8A8BA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F355E-B73E-4394-A35E-135D9E57D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4B8C7-1EA3-49ED-8C4E-084226EA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FA232-B1C5-41D4-B668-765EE9BF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759D3-215B-449F-A307-6B5CE530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2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0C5F-6E75-4DD9-8562-B90F1BBC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9BA39-4867-47D9-97C9-B91042AF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18B48-D931-4C0C-B6EA-F55562D93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9C1BF-3F17-4C2C-B8FF-E76FF8AF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6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CDA54-31F4-48EC-9F16-3FFEC6F9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619DE-18AD-4A3C-847E-345E332A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793E5-A8FF-4F61-8B75-9F0EF8C5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1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4122-D2D1-41A9-8E50-7A43DC3D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C38A4-7DE5-4041-93BE-4C371CE92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DBB6B-C280-4755-B241-238E47B29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A2D91-E50D-45BD-8331-DD8AAAA9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CC49F-4F3B-497B-BFDC-606C67DEB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37026-9497-4168-9869-2FD1048A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3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714E-835B-4C6A-AD08-336A3196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66A01-DBEE-47A8-8C33-648187228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524E2-4F19-43F0-B92C-FB9EAF58F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A9CE9-8B8C-40A0-9BA7-B23DD0EE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0DBE-204E-40CF-859A-4B1B2F59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05FC-F5C6-461A-9D6F-8E7E914E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4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80CD-182C-407D-AA29-36558DCB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19606-1790-470F-8001-C12930BF4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E029B-B763-45A5-915A-02DDF590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7FCF2-7899-4E27-8E00-8C96B82E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0FDC-8456-4C07-B2A6-4ED17E3C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8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A2CDC-AA25-4E50-8DEE-F2A5DC8DD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196D8-9D46-48C4-B703-80AA60B60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64DC9-7E98-40C8-B8F6-C98BA1B5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210FB-F485-4FAE-B09E-4CE4741A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ECBC3-AD89-407C-BD1A-238C1CE6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4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AA587-CEE7-434B-A4D1-03BE7DB0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2C9D9-DFE6-4FD1-945A-D6BFCFE32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2D079-3BF5-4679-832E-E4EC2F9A3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4EEE-84E9-4635-847A-65AAA19FF22B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A955-9FC1-4766-999C-7A96E0D84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5FD07-E697-418E-9CA0-56EC31F2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5F26-0B48-487E-B6AF-9C597B2A8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2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nvplm.nvidia.com/Windchill/app/#ptc1/homepageThank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49" y="922748"/>
            <a:ext cx="5006786" cy="2925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05" y="2991818"/>
            <a:ext cx="5556205" cy="34656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9946B-0B4E-48EE-BE16-56E764AF8516}"/>
              </a:ext>
            </a:extLst>
          </p:cNvPr>
          <p:cNvSpPr txBox="1"/>
          <p:nvPr/>
        </p:nvSpPr>
        <p:spPr>
          <a:xfrm>
            <a:off x="225778" y="282222"/>
            <a:ext cx="4221531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I.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Proxy settings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67759" y="1415534"/>
            <a:ext cx="3132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http://ics.efoxconn.com/vn.pac</a:t>
            </a:r>
          </a:p>
        </p:txBody>
      </p:sp>
    </p:spTree>
    <p:extLst>
      <p:ext uri="{BB962C8B-B14F-4D97-AF65-F5344CB8AC3E}">
        <p14:creationId xmlns:p14="http://schemas.microsoft.com/office/powerpoint/2010/main" val="272158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A02ECFD-665D-4DE5-8A97-6F4230D47DFD}"/>
              </a:ext>
            </a:extLst>
          </p:cNvPr>
          <p:cNvSpPr txBox="1"/>
          <p:nvPr/>
        </p:nvSpPr>
        <p:spPr>
          <a:xfrm>
            <a:off x="308290" y="696635"/>
            <a:ext cx="6359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https://nvplm.nvidia.com/Windchill/app/#ptc1/homepageThanks</a:t>
            </a:r>
            <a:endParaRPr lang="en-US" dirty="0"/>
          </a:p>
          <a:p>
            <a:r>
              <a:rPr lang="en-US" dirty="0" smtClean="0"/>
              <a:t>Use1: V0958182</a:t>
            </a:r>
          </a:p>
          <a:p>
            <a:r>
              <a:rPr lang="en-US" dirty="0" smtClean="0"/>
              <a:t>PW1: R1Uf2eLV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E9946B-0B4E-48EE-BE16-56E764AF8516}"/>
              </a:ext>
            </a:extLst>
          </p:cNvPr>
          <p:cNvSpPr txBox="1"/>
          <p:nvPr/>
        </p:nvSpPr>
        <p:spPr>
          <a:xfrm>
            <a:off x="225778" y="282222"/>
            <a:ext cx="326248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>
                <a:latin typeface="+mj-lt"/>
              </a:rPr>
              <a:t>II. </a:t>
            </a:r>
            <a:r>
              <a:rPr lang="vi-VN" sz="2000" b="1" dirty="0">
                <a:latin typeface="+mj-lt"/>
              </a:rPr>
              <a:t>Đăng nhập hệ thống PDP</a:t>
            </a:r>
            <a:endParaRPr lang="en-US" sz="2000" b="1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91" y="2188266"/>
            <a:ext cx="7976728" cy="45050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740" y="2379280"/>
            <a:ext cx="2942167" cy="23589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70617" y="1257784"/>
            <a:ext cx="4682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Username2: foxconnnnd_nvd@fii-foxconn.com</a:t>
            </a:r>
          </a:p>
          <a:p>
            <a:r>
              <a:rPr lang="en-US" dirty="0"/>
              <a:t>PW2: Foxconn@m36505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8285019" y="3158836"/>
            <a:ext cx="360217" cy="263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8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1E9946B-0B4E-48EE-BE16-56E764AF8516}"/>
              </a:ext>
            </a:extLst>
          </p:cNvPr>
          <p:cNvSpPr txBox="1"/>
          <p:nvPr/>
        </p:nvSpPr>
        <p:spPr>
          <a:xfrm>
            <a:off x="225778" y="282222"/>
            <a:ext cx="326248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>
                <a:latin typeface="+mj-lt"/>
              </a:rPr>
              <a:t>II. </a:t>
            </a:r>
            <a:r>
              <a:rPr lang="vi-VN" sz="2000" b="1" dirty="0">
                <a:latin typeface="+mj-lt"/>
              </a:rPr>
              <a:t>Đăng nhập hệ thống PDP</a:t>
            </a:r>
            <a:endParaRPr lang="en-US" sz="2000" b="1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61" y="1267637"/>
            <a:ext cx="9757538" cy="52397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5778" y="779923"/>
            <a:ext cx="308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PDP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9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FDE063-9457-49AD-A59B-9802F0214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" y="899214"/>
            <a:ext cx="6192114" cy="27340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185F96-1D31-48EC-A3B7-190A67EE5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673" y="2048037"/>
            <a:ext cx="4950393" cy="46478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895321-E91C-4CC6-9F29-858E1AFC7682}"/>
              </a:ext>
            </a:extLst>
          </p:cNvPr>
          <p:cNvSpPr txBox="1"/>
          <p:nvPr/>
        </p:nvSpPr>
        <p:spPr>
          <a:xfrm>
            <a:off x="225778" y="282222"/>
            <a:ext cx="214335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FG</a:t>
            </a:r>
            <a:endParaRPr lang="en-US" sz="2000" b="1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40AE48-4751-4C1D-A2E1-3FC13E09B307}"/>
              </a:ext>
            </a:extLst>
          </p:cNvPr>
          <p:cNvSpPr/>
          <p:nvPr/>
        </p:nvSpPr>
        <p:spPr>
          <a:xfrm>
            <a:off x="451556" y="1603022"/>
            <a:ext cx="217447" cy="3612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ACF44-8088-45D2-888C-7EF77BDAF4A5}"/>
              </a:ext>
            </a:extLst>
          </p:cNvPr>
          <p:cNvSpPr txBox="1"/>
          <p:nvPr/>
        </p:nvSpPr>
        <p:spPr>
          <a:xfrm>
            <a:off x="1275645" y="2133600"/>
            <a:ext cx="165946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1. Chọn mũi tên</a:t>
            </a:r>
            <a:endParaRPr lang="en-US">
              <a:latin typeface="+mj-lt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9993B5F-ED09-4B18-8513-DD15CA70F118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669003" y="1783645"/>
            <a:ext cx="606642" cy="53462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4945295-01A1-46D7-B9ED-19C6B0F00AA8}"/>
              </a:ext>
            </a:extLst>
          </p:cNvPr>
          <p:cNvSpPr/>
          <p:nvPr/>
        </p:nvSpPr>
        <p:spPr>
          <a:xfrm>
            <a:off x="7577343" y="2717422"/>
            <a:ext cx="584524" cy="265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9AE72-96D3-4C1D-8EC4-786C615E318C}"/>
              </a:ext>
            </a:extLst>
          </p:cNvPr>
          <p:cNvSpPr txBox="1"/>
          <p:nvPr/>
        </p:nvSpPr>
        <p:spPr>
          <a:xfrm>
            <a:off x="8745958" y="3429000"/>
            <a:ext cx="168497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2. Chọn Browse</a:t>
            </a:r>
            <a:endParaRPr lang="en-US">
              <a:latin typeface="+mj-lt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CE09523-6710-42C5-B267-129A03532F8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161867" y="2850067"/>
            <a:ext cx="584091" cy="76359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18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5675C2-ABA9-4083-B087-DBC1B5C7C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0" y="861654"/>
            <a:ext cx="3781953" cy="5134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FDF6CC6-1697-457A-B53A-C9E92B48B15A}"/>
              </a:ext>
            </a:extLst>
          </p:cNvPr>
          <p:cNvSpPr/>
          <p:nvPr/>
        </p:nvSpPr>
        <p:spPr>
          <a:xfrm>
            <a:off x="1821069" y="4013962"/>
            <a:ext cx="1883841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D0207-5DD4-4324-9890-F33D0FD80F88}"/>
              </a:ext>
            </a:extLst>
          </p:cNvPr>
          <p:cNvSpPr txBox="1"/>
          <p:nvPr/>
        </p:nvSpPr>
        <p:spPr>
          <a:xfrm>
            <a:off x="5540355" y="2897038"/>
            <a:ext cx="407931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3. Chọn Foxconn Vietnam NND, NVIDIA</a:t>
            </a:r>
            <a:endParaRPr lang="en-US">
              <a:latin typeface="+mj-lt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7EF5446-FC2D-4743-9920-9A4980F8EFD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3704910" y="3081704"/>
            <a:ext cx="1835445" cy="102750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7CCE364-61BA-4AC0-9261-E611BD4CE76F}"/>
              </a:ext>
            </a:extLst>
          </p:cNvPr>
          <p:cNvSpPr/>
          <p:nvPr/>
        </p:nvSpPr>
        <p:spPr>
          <a:xfrm>
            <a:off x="2081997" y="4212335"/>
            <a:ext cx="527853" cy="1790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C1B70-2469-4A0F-B95E-E744BFBFDC4F}"/>
              </a:ext>
            </a:extLst>
          </p:cNvPr>
          <p:cNvSpPr txBox="1"/>
          <p:nvPr/>
        </p:nvSpPr>
        <p:spPr>
          <a:xfrm>
            <a:off x="5540355" y="4218169"/>
            <a:ext cx="170053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4. Chọn Folders</a:t>
            </a:r>
            <a:endParaRPr lang="en-US">
              <a:latin typeface="+mj-lt"/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4B31EE3-2DD9-4C37-8969-99EA368DCA0F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2609850" y="4301857"/>
            <a:ext cx="2930505" cy="10097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895321-E91C-4CC6-9F29-858E1AFC7682}"/>
              </a:ext>
            </a:extLst>
          </p:cNvPr>
          <p:cNvSpPr txBox="1"/>
          <p:nvPr/>
        </p:nvSpPr>
        <p:spPr>
          <a:xfrm>
            <a:off x="225778" y="282222"/>
            <a:ext cx="214335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4573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6455F1-FE2F-4032-9669-041D0D926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645" y="1042277"/>
            <a:ext cx="3639889" cy="5134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FDF6CC6-1697-457A-B53A-C9E92B48B15A}"/>
              </a:ext>
            </a:extLst>
          </p:cNvPr>
          <p:cNvSpPr/>
          <p:nvPr/>
        </p:nvSpPr>
        <p:spPr>
          <a:xfrm>
            <a:off x="2135003" y="4501799"/>
            <a:ext cx="664642" cy="1799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D0207-5DD4-4324-9890-F33D0FD80F88}"/>
              </a:ext>
            </a:extLst>
          </p:cNvPr>
          <p:cNvSpPr txBox="1"/>
          <p:nvPr/>
        </p:nvSpPr>
        <p:spPr>
          <a:xfrm>
            <a:off x="5676811" y="1381267"/>
            <a:ext cx="201917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5. Chọn P4768(Thư mục chứa tất cả nội dung về hàng IO7)</a:t>
            </a:r>
            <a:endParaRPr lang="en-US">
              <a:latin typeface="+mj-lt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7EF5446-FC2D-4743-9920-9A4980F8EFD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799645" y="1842932"/>
            <a:ext cx="2877166" cy="27488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4AE222B-74E6-47C4-B158-E27114C66D68}"/>
              </a:ext>
            </a:extLst>
          </p:cNvPr>
          <p:cNvSpPr/>
          <p:nvPr/>
        </p:nvSpPr>
        <p:spPr>
          <a:xfrm>
            <a:off x="2356287" y="4733302"/>
            <a:ext cx="903646" cy="17991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0CAB9-5ADD-4AB0-BD80-EDF59B3A8D83}"/>
              </a:ext>
            </a:extLst>
          </p:cNvPr>
          <p:cNvSpPr txBox="1"/>
          <p:nvPr/>
        </p:nvSpPr>
        <p:spPr>
          <a:xfrm>
            <a:off x="5676811" y="2766262"/>
            <a:ext cx="4243139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4. Chọn BOM Packages(Bao gồm các thông số kỹ thuật cần thiết và tóm tắt BOM)</a:t>
            </a:r>
            <a:endParaRPr lang="en-US">
              <a:latin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86456C4-D908-4602-A598-A54DAFCDC9E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3259933" y="3089428"/>
            <a:ext cx="2416878" cy="1733832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889C74D-BB58-4328-B9BB-C90032CE49E3}"/>
              </a:ext>
            </a:extLst>
          </p:cNvPr>
          <p:cNvSpPr/>
          <p:nvPr/>
        </p:nvSpPr>
        <p:spPr>
          <a:xfrm>
            <a:off x="2356287" y="4959503"/>
            <a:ext cx="631388" cy="17991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67ED43-F79C-4D39-8C52-FC1AB11DF32D}"/>
              </a:ext>
            </a:extLst>
          </p:cNvPr>
          <p:cNvSpPr txBox="1"/>
          <p:nvPr/>
        </p:nvSpPr>
        <p:spPr>
          <a:xfrm>
            <a:off x="5676812" y="4002148"/>
            <a:ext cx="2293286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Changes bao gồm các thay đổi của mặt hàng</a:t>
            </a:r>
            <a:endParaRPr lang="en-US">
              <a:latin typeface="+mj-lt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94B3885-8AF7-4A28-B69A-1BF904FDE4AA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987675" y="4325314"/>
            <a:ext cx="2689137" cy="724147"/>
          </a:xfrm>
          <a:prstGeom prst="bentConnector3">
            <a:avLst>
              <a:gd name="adj1" fmla="val 70734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1D6BB02-B5CD-4D45-A734-27B0B1D14B58}"/>
              </a:ext>
            </a:extLst>
          </p:cNvPr>
          <p:cNvSpPr/>
          <p:nvPr/>
        </p:nvSpPr>
        <p:spPr>
          <a:xfrm>
            <a:off x="2356287" y="5191532"/>
            <a:ext cx="520263" cy="17991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B72D7-69C6-4076-8C3F-DD25FB159195}"/>
              </a:ext>
            </a:extLst>
          </p:cNvPr>
          <p:cNvSpPr txBox="1"/>
          <p:nvPr/>
        </p:nvSpPr>
        <p:spPr>
          <a:xfrm>
            <a:off x="5676811" y="5161546"/>
            <a:ext cx="2293286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Docs tài liệu liên quan</a:t>
            </a:r>
            <a:endParaRPr lang="en-US">
              <a:latin typeface="+mj-lt"/>
            </a:endParaRP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BA987FD-60B9-44EB-89A9-F8E77C9EA0B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2876550" y="5281490"/>
            <a:ext cx="2800261" cy="64722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895321-E91C-4CC6-9F29-858E1AFC7682}"/>
              </a:ext>
            </a:extLst>
          </p:cNvPr>
          <p:cNvSpPr txBox="1"/>
          <p:nvPr/>
        </p:nvSpPr>
        <p:spPr>
          <a:xfrm>
            <a:off x="225778" y="282222"/>
            <a:ext cx="214335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888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EDF2D8-9441-4368-90B9-F7DA7253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7" y="737937"/>
            <a:ext cx="10864385" cy="5837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54358C-87E5-4A71-84AE-C80405DD1A0E}"/>
              </a:ext>
            </a:extLst>
          </p:cNvPr>
          <p:cNvSpPr/>
          <p:nvPr/>
        </p:nvSpPr>
        <p:spPr>
          <a:xfrm>
            <a:off x="6137611" y="1922240"/>
            <a:ext cx="1068282" cy="4335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15E4C-57E6-4E1B-8F01-A8DF4A3ACF22}"/>
              </a:ext>
            </a:extLst>
          </p:cNvPr>
          <p:cNvSpPr txBox="1"/>
          <p:nvPr/>
        </p:nvSpPr>
        <p:spPr>
          <a:xfrm>
            <a:off x="7388100" y="3381308"/>
            <a:ext cx="94617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FG</a:t>
            </a:r>
            <a:endParaRPr lang="en-US">
              <a:latin typeface="+mj-lt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9292DAA-751C-40F7-99CC-9CA620628F2B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7205893" y="3750640"/>
            <a:ext cx="655296" cy="33916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B9BB0D5-11DE-4F85-86B7-73512FBA9D91}"/>
              </a:ext>
            </a:extLst>
          </p:cNvPr>
          <p:cNvSpPr/>
          <p:nvPr/>
        </p:nvSpPr>
        <p:spPr>
          <a:xfrm>
            <a:off x="4684894" y="1922240"/>
            <a:ext cx="1010935" cy="4335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B7A8A-1D8A-4AED-BC55-7545DD2E9C7B}"/>
              </a:ext>
            </a:extLst>
          </p:cNvPr>
          <p:cNvSpPr txBox="1"/>
          <p:nvPr/>
        </p:nvSpPr>
        <p:spPr>
          <a:xfrm>
            <a:off x="3079805" y="3519806"/>
            <a:ext cx="112033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BOM</a:t>
            </a:r>
            <a:endParaRPr lang="en-US">
              <a:latin typeface="+mj-lt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0443C81-904A-49A3-A2DF-C2049A117778}"/>
              </a:ext>
            </a:extLst>
          </p:cNvPr>
          <p:cNvCxnSpPr>
            <a:cxnSpLocks/>
            <a:stCxn id="7" idx="1"/>
            <a:endCxn id="8" idx="2"/>
          </p:cNvCxnSpPr>
          <p:nvPr/>
        </p:nvCxnSpPr>
        <p:spPr>
          <a:xfrm rot="10800000">
            <a:off x="3639976" y="3889139"/>
            <a:ext cx="1044919" cy="20067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243C43F-CF41-471D-82D1-56019C7178D6}"/>
              </a:ext>
            </a:extLst>
          </p:cNvPr>
          <p:cNvSpPr/>
          <p:nvPr/>
        </p:nvSpPr>
        <p:spPr>
          <a:xfrm>
            <a:off x="8689731" y="1875413"/>
            <a:ext cx="233109" cy="43351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A29EAE-2514-4638-8CDF-C3C5457E310C}"/>
              </a:ext>
            </a:extLst>
          </p:cNvPr>
          <p:cNvSpPr txBox="1"/>
          <p:nvPr/>
        </p:nvSpPr>
        <p:spPr>
          <a:xfrm>
            <a:off x="9135512" y="3010526"/>
            <a:ext cx="209878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Xem thông tin BOM</a:t>
            </a:r>
            <a:endParaRPr lang="en-US">
              <a:latin typeface="+mj-lt"/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EF9D464-A582-49F3-9A6B-7A5C68F019A0}"/>
              </a:ext>
            </a:extLst>
          </p:cNvPr>
          <p:cNvCxnSpPr>
            <a:cxnSpLocks/>
            <a:stCxn id="16" idx="3"/>
            <a:endCxn id="29" idx="2"/>
          </p:cNvCxnSpPr>
          <p:nvPr/>
        </p:nvCxnSpPr>
        <p:spPr>
          <a:xfrm flipV="1">
            <a:off x="8922840" y="3379858"/>
            <a:ext cx="1262063" cy="66312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97BF9B4-9637-4014-A35E-710DBBD0DF8F}"/>
              </a:ext>
            </a:extLst>
          </p:cNvPr>
          <p:cNvSpPr/>
          <p:nvPr/>
        </p:nvSpPr>
        <p:spPr>
          <a:xfrm>
            <a:off x="10166012" y="1593588"/>
            <a:ext cx="1068282" cy="237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E2FBCC-F8B7-4868-8A40-F6042C2DD941}"/>
              </a:ext>
            </a:extLst>
          </p:cNvPr>
          <p:cNvSpPr txBox="1"/>
          <p:nvPr/>
        </p:nvSpPr>
        <p:spPr>
          <a:xfrm>
            <a:off x="8863709" y="1123224"/>
            <a:ext cx="206099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Tìm kiếm theo FG</a:t>
            </a:r>
            <a:endParaRPr lang="en-US">
              <a:latin typeface="+mj-lt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13F706D-7B00-42A6-8EE0-63C1A288E48A}"/>
              </a:ext>
            </a:extLst>
          </p:cNvPr>
          <p:cNvCxnSpPr>
            <a:cxnSpLocks/>
            <a:stCxn id="37" idx="1"/>
            <a:endCxn id="38" idx="2"/>
          </p:cNvCxnSpPr>
          <p:nvPr/>
        </p:nvCxnSpPr>
        <p:spPr>
          <a:xfrm rot="10800000">
            <a:off x="9894208" y="1492557"/>
            <a:ext cx="271804" cy="21981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FE5E66C-D87A-48DF-87AF-259A0A89D5AB}"/>
              </a:ext>
            </a:extLst>
          </p:cNvPr>
          <p:cNvSpPr/>
          <p:nvPr/>
        </p:nvSpPr>
        <p:spPr>
          <a:xfrm>
            <a:off x="5806065" y="1875413"/>
            <a:ext cx="209454" cy="433513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990CB0-61E0-485B-80C0-1F503AD10BFB}"/>
              </a:ext>
            </a:extLst>
          </p:cNvPr>
          <p:cNvSpPr txBox="1"/>
          <p:nvPr/>
        </p:nvSpPr>
        <p:spPr>
          <a:xfrm>
            <a:off x="4574434" y="1260807"/>
            <a:ext cx="111651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Tải BOM</a:t>
            </a:r>
            <a:endParaRPr lang="en-US">
              <a:latin typeface="+mj-lt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E681A36-DDB2-4D48-A7FA-F562A84E7ECE}"/>
              </a:ext>
            </a:extLst>
          </p:cNvPr>
          <p:cNvCxnSpPr>
            <a:cxnSpLocks/>
            <a:stCxn id="45" idx="0"/>
            <a:endCxn id="48" idx="2"/>
          </p:cNvCxnSpPr>
          <p:nvPr/>
        </p:nvCxnSpPr>
        <p:spPr>
          <a:xfrm rot="16200000" flipV="1">
            <a:off x="5399106" y="1363726"/>
            <a:ext cx="245274" cy="778099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7895321-E91C-4CC6-9F29-858E1AFC7682}"/>
              </a:ext>
            </a:extLst>
          </p:cNvPr>
          <p:cNvSpPr txBox="1"/>
          <p:nvPr/>
        </p:nvSpPr>
        <p:spPr>
          <a:xfrm>
            <a:off x="225778" y="282222"/>
            <a:ext cx="214335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763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54102-E927-4540-BCBB-9F827ADF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686907"/>
            <a:ext cx="11531600" cy="28870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02E9D96-37D0-4864-B182-5272A4C158D2}"/>
              </a:ext>
            </a:extLst>
          </p:cNvPr>
          <p:cNvSpPr/>
          <p:nvPr/>
        </p:nvSpPr>
        <p:spPr>
          <a:xfrm>
            <a:off x="4673173" y="2724249"/>
            <a:ext cx="2197527" cy="13880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D2CCA-D595-4351-B64B-A117BC2608E3}"/>
              </a:ext>
            </a:extLst>
          </p:cNvPr>
          <p:cNvSpPr txBox="1"/>
          <p:nvPr/>
        </p:nvSpPr>
        <p:spPr>
          <a:xfrm>
            <a:off x="4042755" y="1940745"/>
            <a:ext cx="91323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FG</a:t>
            </a:r>
            <a:endParaRPr lang="en-US">
              <a:latin typeface="+mj-lt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BFF1715-9DB3-4FA8-8AE1-68F6E6314E40}"/>
              </a:ext>
            </a:extLst>
          </p:cNvPr>
          <p:cNvCxnSpPr>
            <a:cxnSpLocks/>
            <a:stCxn id="18" idx="1"/>
            <a:endCxn id="25" idx="2"/>
          </p:cNvCxnSpPr>
          <p:nvPr/>
        </p:nvCxnSpPr>
        <p:spPr>
          <a:xfrm rot="10800000">
            <a:off x="4499375" y="2310077"/>
            <a:ext cx="173799" cy="48357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1E35C68-AB61-41B9-B663-EE44A85CB700}"/>
              </a:ext>
            </a:extLst>
          </p:cNvPr>
          <p:cNvSpPr/>
          <p:nvPr/>
        </p:nvSpPr>
        <p:spPr>
          <a:xfrm>
            <a:off x="4632691" y="2891419"/>
            <a:ext cx="1278365" cy="11530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BC9492-2C90-4B70-992D-423884050DF6}"/>
              </a:ext>
            </a:extLst>
          </p:cNvPr>
          <p:cNvSpPr txBox="1"/>
          <p:nvPr/>
        </p:nvSpPr>
        <p:spPr>
          <a:xfrm>
            <a:off x="2230596" y="2399777"/>
            <a:ext cx="195262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Hàng thuộc Nvidia</a:t>
            </a:r>
            <a:endParaRPr lang="en-US">
              <a:latin typeface="+mj-lt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2403AEE-FAB8-4DAB-992F-3332B2A8DB79}"/>
              </a:ext>
            </a:extLst>
          </p:cNvPr>
          <p:cNvCxnSpPr>
            <a:cxnSpLocks/>
            <a:stCxn id="29" idx="1"/>
            <a:endCxn id="30" idx="2"/>
          </p:cNvCxnSpPr>
          <p:nvPr/>
        </p:nvCxnSpPr>
        <p:spPr>
          <a:xfrm rot="10800000">
            <a:off x="3206909" y="2769110"/>
            <a:ext cx="1425782" cy="179963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EAB534D-7439-4817-9E5D-E49BD8C4B980}"/>
              </a:ext>
            </a:extLst>
          </p:cNvPr>
          <p:cNvSpPr/>
          <p:nvPr/>
        </p:nvSpPr>
        <p:spPr>
          <a:xfrm>
            <a:off x="4673171" y="3038148"/>
            <a:ext cx="3002392" cy="115306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514A68-0686-4FAC-91D5-2E5606F5818B}"/>
              </a:ext>
            </a:extLst>
          </p:cNvPr>
          <p:cNvSpPr txBox="1"/>
          <p:nvPr/>
        </p:nvSpPr>
        <p:spPr>
          <a:xfrm>
            <a:off x="2078991" y="3002489"/>
            <a:ext cx="112791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BOM</a:t>
            </a:r>
            <a:endParaRPr lang="en-US">
              <a:latin typeface="+mj-lt"/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78FBDCC-FDD0-40DF-BEA7-549644E87CA2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rot="10800000" flipV="1">
            <a:off x="3206909" y="3095801"/>
            <a:ext cx="1466263" cy="91354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0F6955F-9EEA-4C34-9B42-6F6BAAEE7785}"/>
              </a:ext>
            </a:extLst>
          </p:cNvPr>
          <p:cNvSpPr/>
          <p:nvPr/>
        </p:nvSpPr>
        <p:spPr>
          <a:xfrm>
            <a:off x="4607504" y="3437731"/>
            <a:ext cx="2362256" cy="115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70EEAF-DF45-4287-A706-6FD274E0A335}"/>
              </a:ext>
            </a:extLst>
          </p:cNvPr>
          <p:cNvSpPr txBox="1"/>
          <p:nvPr/>
        </p:nvSpPr>
        <p:spPr>
          <a:xfrm>
            <a:off x="1868916" y="3520438"/>
            <a:ext cx="160909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Nội dung chính</a:t>
            </a:r>
            <a:endParaRPr lang="en-US">
              <a:latin typeface="+mj-lt"/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232A26B-F2CE-4771-A25E-2C933577D16E}"/>
              </a:ext>
            </a:extLst>
          </p:cNvPr>
          <p:cNvCxnSpPr>
            <a:cxnSpLocks/>
            <a:stCxn id="54" idx="1"/>
            <a:endCxn id="55" idx="3"/>
          </p:cNvCxnSpPr>
          <p:nvPr/>
        </p:nvCxnSpPr>
        <p:spPr>
          <a:xfrm rot="10800000" flipV="1">
            <a:off x="3478006" y="3495384"/>
            <a:ext cx="1129498" cy="20972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D880A9E-4143-4AFD-818A-FF8AF411886F}"/>
              </a:ext>
            </a:extLst>
          </p:cNvPr>
          <p:cNvSpPr/>
          <p:nvPr/>
        </p:nvSpPr>
        <p:spPr>
          <a:xfrm>
            <a:off x="4651954" y="3582206"/>
            <a:ext cx="1323396" cy="11530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88CB3D-85D2-46AF-BF0A-4CC6D5CFFFDF}"/>
              </a:ext>
            </a:extLst>
          </p:cNvPr>
          <p:cNvSpPr txBox="1"/>
          <p:nvPr/>
        </p:nvSpPr>
        <p:spPr>
          <a:xfrm>
            <a:off x="7045960" y="3477139"/>
            <a:ext cx="147955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Nội dung phụ</a:t>
            </a:r>
            <a:endParaRPr lang="en-US">
              <a:latin typeface="+mj-lt"/>
            </a:endParaRP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F85DBA14-0905-40B7-8B4A-6FD1F7FAA857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 flipV="1">
            <a:off x="5975350" y="3607421"/>
            <a:ext cx="1070610" cy="32438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5E23590-A444-4FF0-9D90-074F70D292EF}"/>
              </a:ext>
            </a:extLst>
          </p:cNvPr>
          <p:cNvSpPr/>
          <p:nvPr/>
        </p:nvSpPr>
        <p:spPr>
          <a:xfrm>
            <a:off x="4664225" y="3737703"/>
            <a:ext cx="1609090" cy="10876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D63C78-4DC9-4498-96B0-563EAB50F592}"/>
              </a:ext>
            </a:extLst>
          </p:cNvPr>
          <p:cNvSpPr txBox="1"/>
          <p:nvPr/>
        </p:nvSpPr>
        <p:spPr>
          <a:xfrm>
            <a:off x="1664978" y="4123150"/>
            <a:ext cx="2016966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Phiên bản mới nhất</a:t>
            </a:r>
            <a:endParaRPr lang="en-US">
              <a:latin typeface="+mj-lt"/>
            </a:endParaRP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A9F6CF7F-9301-4CC9-A992-9DD2D8E506EC}"/>
              </a:ext>
            </a:extLst>
          </p:cNvPr>
          <p:cNvCxnSpPr>
            <a:cxnSpLocks/>
            <a:stCxn id="80" idx="1"/>
            <a:endCxn id="81" idx="3"/>
          </p:cNvCxnSpPr>
          <p:nvPr/>
        </p:nvCxnSpPr>
        <p:spPr>
          <a:xfrm rot="10800000" flipV="1">
            <a:off x="3681945" y="3792086"/>
            <a:ext cx="982281" cy="515729"/>
          </a:xfrm>
          <a:prstGeom prst="bentConnector3">
            <a:avLst>
              <a:gd name="adj1" fmla="val 2802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34DEE444-F9C1-44B7-B194-0DC4E33620ED}"/>
              </a:ext>
            </a:extLst>
          </p:cNvPr>
          <p:cNvSpPr/>
          <p:nvPr/>
        </p:nvSpPr>
        <p:spPr>
          <a:xfrm>
            <a:off x="4632691" y="3875419"/>
            <a:ext cx="3506462" cy="218408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5FA63EA-1BA4-4835-B233-688D4D4E5BC9}"/>
              </a:ext>
            </a:extLst>
          </p:cNvPr>
          <p:cNvSpPr txBox="1"/>
          <p:nvPr/>
        </p:nvSpPr>
        <p:spPr>
          <a:xfrm>
            <a:off x="1937727" y="4677147"/>
            <a:ext cx="112791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Trạng thái</a:t>
            </a:r>
            <a:endParaRPr lang="en-US">
              <a:latin typeface="+mj-lt"/>
            </a:endParaRP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776512E8-3217-4C0C-8E59-3CED66C71416}"/>
              </a:ext>
            </a:extLst>
          </p:cNvPr>
          <p:cNvCxnSpPr>
            <a:cxnSpLocks/>
            <a:stCxn id="86" idx="1"/>
            <a:endCxn id="87" idx="3"/>
          </p:cNvCxnSpPr>
          <p:nvPr/>
        </p:nvCxnSpPr>
        <p:spPr>
          <a:xfrm rot="10800000" flipV="1">
            <a:off x="3065645" y="3984623"/>
            <a:ext cx="1567047" cy="877190"/>
          </a:xfrm>
          <a:prstGeom prst="bentConnector3">
            <a:avLst>
              <a:gd name="adj1" fmla="val 8668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F0F7125F-6BFA-484C-80D5-CC47D404B9C2}"/>
              </a:ext>
            </a:extLst>
          </p:cNvPr>
          <p:cNvSpPr/>
          <p:nvPr/>
        </p:nvSpPr>
        <p:spPr>
          <a:xfrm>
            <a:off x="4689869" y="4156132"/>
            <a:ext cx="1760120" cy="21840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E34975B-D9E6-4516-A999-EE5E423096D4}"/>
              </a:ext>
            </a:extLst>
          </p:cNvPr>
          <p:cNvSpPr txBox="1"/>
          <p:nvPr/>
        </p:nvSpPr>
        <p:spPr>
          <a:xfrm>
            <a:off x="7045960" y="4238189"/>
            <a:ext cx="350646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Người sửa đổi và thời gian sửa đổi</a:t>
            </a:r>
            <a:endParaRPr lang="en-US">
              <a:latin typeface="+mj-lt"/>
            </a:endParaRP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F5B87BE-CC72-40E0-A790-16A9B987F4F7}"/>
              </a:ext>
            </a:extLst>
          </p:cNvPr>
          <p:cNvCxnSpPr>
            <a:cxnSpLocks/>
            <a:stCxn id="95" idx="3"/>
            <a:endCxn id="96" idx="1"/>
          </p:cNvCxnSpPr>
          <p:nvPr/>
        </p:nvCxnSpPr>
        <p:spPr>
          <a:xfrm>
            <a:off x="6449989" y="4265336"/>
            <a:ext cx="595971" cy="1575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895321-E91C-4CC6-9F29-858E1AFC7682}"/>
              </a:ext>
            </a:extLst>
          </p:cNvPr>
          <p:cNvSpPr txBox="1"/>
          <p:nvPr/>
        </p:nvSpPr>
        <p:spPr>
          <a:xfrm>
            <a:off x="225778" y="282222"/>
            <a:ext cx="214335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891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BB8E6-A47F-434D-B4E7-A8DA36AD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8" y="796751"/>
            <a:ext cx="3938822" cy="22385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5FC04-0567-442C-9754-EEAF6225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64" y="1203150"/>
            <a:ext cx="3272893" cy="1457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4261B2-ECBE-40C9-B520-84114F04C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021" y="1187261"/>
            <a:ext cx="3610479" cy="1457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91341F-00A6-44D7-A246-CCB05759B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103" y="3257154"/>
            <a:ext cx="6014197" cy="31890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E32A58-FD3C-4EEE-873A-01FBDFB4FC91}"/>
              </a:ext>
            </a:extLst>
          </p:cNvPr>
          <p:cNvSpPr txBox="1"/>
          <p:nvPr/>
        </p:nvSpPr>
        <p:spPr>
          <a:xfrm>
            <a:off x="4164600" y="1747248"/>
            <a:ext cx="37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ym typeface="Wingdings" panose="05000000000000000000" pitchFamily="2" charset="2"/>
              </a:rPr>
              <a:t>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0AA84-9B7A-465A-8252-1771634BB622}"/>
              </a:ext>
            </a:extLst>
          </p:cNvPr>
          <p:cNvSpPr txBox="1"/>
          <p:nvPr/>
        </p:nvSpPr>
        <p:spPr>
          <a:xfrm>
            <a:off x="7850757" y="1747248"/>
            <a:ext cx="37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ym typeface="Wingdings" panose="05000000000000000000" pitchFamily="2" charset="2"/>
              </a:rPr>
              <a:t>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74AB6F-6A2B-4360-BEF5-396736A52258}"/>
              </a:ext>
            </a:extLst>
          </p:cNvPr>
          <p:cNvSpPr/>
          <p:nvPr/>
        </p:nvSpPr>
        <p:spPr>
          <a:xfrm flipH="1">
            <a:off x="2471737" y="1914525"/>
            <a:ext cx="261937" cy="232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38B89-7D97-45F4-8615-EE171E4EBFF1}"/>
              </a:ext>
            </a:extLst>
          </p:cNvPr>
          <p:cNvSpPr txBox="1"/>
          <p:nvPr/>
        </p:nvSpPr>
        <p:spPr>
          <a:xfrm>
            <a:off x="811192" y="1377916"/>
            <a:ext cx="205900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1. Click để tải BOM</a:t>
            </a:r>
            <a:endParaRPr lang="en-US">
              <a:latin typeface="+mj-lt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6406F4-75AC-49E7-9D72-CC93EA819EC9}"/>
              </a:ext>
            </a:extLst>
          </p:cNvPr>
          <p:cNvCxnSpPr>
            <a:cxnSpLocks/>
            <a:stCxn id="13" idx="3"/>
            <a:endCxn id="14" idx="2"/>
          </p:cNvCxnSpPr>
          <p:nvPr/>
        </p:nvCxnSpPr>
        <p:spPr>
          <a:xfrm rot="10800000">
            <a:off x="1840697" y="1747249"/>
            <a:ext cx="631041" cy="28368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D76B62E-22D8-4196-A0F4-8481017D221A}"/>
              </a:ext>
            </a:extLst>
          </p:cNvPr>
          <p:cNvSpPr/>
          <p:nvPr/>
        </p:nvSpPr>
        <p:spPr>
          <a:xfrm flipH="1">
            <a:off x="4800351" y="2153502"/>
            <a:ext cx="1522389" cy="246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F24326-B6DA-42A9-BC0A-E31A5AE6CB16}"/>
              </a:ext>
            </a:extLst>
          </p:cNvPr>
          <p:cNvSpPr txBox="1"/>
          <p:nvPr/>
        </p:nvSpPr>
        <p:spPr>
          <a:xfrm>
            <a:off x="5779518" y="1729859"/>
            <a:ext cx="205217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2. Click tải thư mục</a:t>
            </a:r>
            <a:endParaRPr lang="en-US">
              <a:latin typeface="+mj-lt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5840EC3-BE8F-4FF5-AD64-2C7E6BD73403}"/>
              </a:ext>
            </a:extLst>
          </p:cNvPr>
          <p:cNvCxnSpPr>
            <a:cxnSpLocks/>
            <a:stCxn id="29" idx="1"/>
            <a:endCxn id="30" idx="2"/>
          </p:cNvCxnSpPr>
          <p:nvPr/>
        </p:nvCxnSpPr>
        <p:spPr>
          <a:xfrm flipV="1">
            <a:off x="6322740" y="2099191"/>
            <a:ext cx="482866" cy="17754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9CA2CC0-1963-4A1D-AD40-FE2265AF516F}"/>
              </a:ext>
            </a:extLst>
          </p:cNvPr>
          <p:cNvSpPr/>
          <p:nvPr/>
        </p:nvSpPr>
        <p:spPr>
          <a:xfrm flipH="1">
            <a:off x="8474923" y="2222425"/>
            <a:ext cx="314930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507C7C-7575-4178-BBBD-AC07A0403304}"/>
              </a:ext>
            </a:extLst>
          </p:cNvPr>
          <p:cNvSpPr txBox="1"/>
          <p:nvPr/>
        </p:nvSpPr>
        <p:spPr>
          <a:xfrm>
            <a:off x="8802098" y="1704424"/>
            <a:ext cx="269140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3. Mở thư mục chứa BOM</a:t>
            </a:r>
            <a:endParaRPr lang="en-US">
              <a:latin typeface="+mj-lt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78798D7-5AE4-4069-ACD4-903E3C082149}"/>
              </a:ext>
            </a:extLst>
          </p:cNvPr>
          <p:cNvCxnSpPr>
            <a:cxnSpLocks/>
            <a:stCxn id="36" idx="1"/>
            <a:endCxn id="37" idx="3"/>
          </p:cNvCxnSpPr>
          <p:nvPr/>
        </p:nvCxnSpPr>
        <p:spPr>
          <a:xfrm flipH="1" flipV="1">
            <a:off x="11493499" y="1889090"/>
            <a:ext cx="130727" cy="518001"/>
          </a:xfrm>
          <a:prstGeom prst="bentConnector3">
            <a:avLst>
              <a:gd name="adj1" fmla="val -1748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23AD423E-2A00-405B-844A-9D930C4FED9D}"/>
              </a:ext>
            </a:extLst>
          </p:cNvPr>
          <p:cNvSpPr/>
          <p:nvPr/>
        </p:nvSpPr>
        <p:spPr>
          <a:xfrm flipH="1">
            <a:off x="4539734" y="3867928"/>
            <a:ext cx="1108861" cy="235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3E62B6-6030-4345-8500-02AA4482113E}"/>
              </a:ext>
            </a:extLst>
          </p:cNvPr>
          <p:cNvSpPr txBox="1"/>
          <p:nvPr/>
        </p:nvSpPr>
        <p:spPr>
          <a:xfrm>
            <a:off x="5909211" y="3371077"/>
            <a:ext cx="1922482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File BOM</a:t>
            </a:r>
          </a:p>
          <a:p>
            <a:r>
              <a:rPr lang="vi-VN">
                <a:latin typeface="+mj-lt"/>
              </a:rPr>
              <a:t>4. Click để mở file</a:t>
            </a:r>
            <a:endParaRPr lang="en-US">
              <a:latin typeface="+mj-lt"/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3F6EA66-DB33-44D9-A620-FCB5F9B6E60B}"/>
              </a:ext>
            </a:extLst>
          </p:cNvPr>
          <p:cNvCxnSpPr>
            <a:cxnSpLocks/>
            <a:stCxn id="44" idx="1"/>
            <a:endCxn id="45" idx="2"/>
          </p:cNvCxnSpPr>
          <p:nvPr/>
        </p:nvCxnSpPr>
        <p:spPr>
          <a:xfrm>
            <a:off x="5648595" y="3985789"/>
            <a:ext cx="1221857" cy="31619"/>
          </a:xfrm>
          <a:prstGeom prst="bentConnector4">
            <a:avLst>
              <a:gd name="adj1" fmla="val 10665"/>
              <a:gd name="adj2" fmla="val 82298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row: Bent-Up 52">
            <a:extLst>
              <a:ext uri="{FF2B5EF4-FFF2-40B4-BE49-F238E27FC236}">
                <a16:creationId xmlns:a16="http://schemas.microsoft.com/office/drawing/2014/main" id="{8A3BB992-4C96-4B32-90E2-4ED2C4A845C6}"/>
              </a:ext>
            </a:extLst>
          </p:cNvPr>
          <p:cNvSpPr/>
          <p:nvPr/>
        </p:nvSpPr>
        <p:spPr>
          <a:xfrm rot="16200000" flipH="1">
            <a:off x="9146288" y="3497572"/>
            <a:ext cx="2238546" cy="965204"/>
          </a:xfrm>
          <a:prstGeom prst="bentUpArrow">
            <a:avLst>
              <a:gd name="adj1" fmla="val 17040"/>
              <a:gd name="adj2" fmla="val 22039"/>
              <a:gd name="adj3" fmla="val 3684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976DC-66D2-46F2-BE3D-8C8DE8ECBEA2}"/>
              </a:ext>
            </a:extLst>
          </p:cNvPr>
          <p:cNvSpPr txBox="1"/>
          <p:nvPr/>
        </p:nvSpPr>
        <p:spPr>
          <a:xfrm>
            <a:off x="225778" y="282222"/>
            <a:ext cx="212713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Tải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581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C1B47-CF86-412B-BBDF-E9DB37558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05" y="820716"/>
            <a:ext cx="9625189" cy="5755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976DC-66D2-46F2-BE3D-8C8DE8ECBEA2}"/>
              </a:ext>
            </a:extLst>
          </p:cNvPr>
          <p:cNvSpPr txBox="1"/>
          <p:nvPr/>
        </p:nvSpPr>
        <p:spPr>
          <a:xfrm>
            <a:off x="225778" y="282222"/>
            <a:ext cx="212713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Tải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593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CDA9EAC-F342-4457-ACE8-B97F0EA55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945848"/>
              </p:ext>
            </p:extLst>
          </p:nvPr>
        </p:nvGraphicFramePr>
        <p:xfrm>
          <a:off x="459059" y="777405"/>
          <a:ext cx="11273881" cy="5979753"/>
        </p:xfrm>
        <a:graphic>
          <a:graphicData uri="http://schemas.openxmlformats.org/drawingml/2006/table">
            <a:tbl>
              <a:tblPr/>
              <a:tblGrid>
                <a:gridCol w="1987122">
                  <a:extLst>
                    <a:ext uri="{9D8B030D-6E8A-4147-A177-3AD203B41FA5}">
                      <a16:colId xmlns:a16="http://schemas.microsoft.com/office/drawing/2014/main" val="923423200"/>
                    </a:ext>
                  </a:extLst>
                </a:gridCol>
                <a:gridCol w="4783844">
                  <a:extLst>
                    <a:ext uri="{9D8B030D-6E8A-4147-A177-3AD203B41FA5}">
                      <a16:colId xmlns:a16="http://schemas.microsoft.com/office/drawing/2014/main" val="1131793105"/>
                    </a:ext>
                  </a:extLst>
                </a:gridCol>
                <a:gridCol w="4502915">
                  <a:extLst>
                    <a:ext uri="{9D8B030D-6E8A-4147-A177-3AD203B41FA5}">
                      <a16:colId xmlns:a16="http://schemas.microsoft.com/office/drawing/2014/main" val="579455224"/>
                    </a:ext>
                  </a:extLst>
                </a:gridCol>
              </a:tblGrid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699 PCBA 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Mô tả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Mô tả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948643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699-xxxxx-xxxx-xxx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PCBA Finished Goods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PCBA thành phẩm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694542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Nvidia Design Disclosure Statement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Thiết kế của Nvidia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43710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623-xxxxx-xxxx-xxx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Certification DOCs (FCC/CE/VCCI/BSMI/UL)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Tài liệu chứng nhận (FCC/CE/VCCI/BSMI/UL)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539519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624-xxxxx-xxxx-xxx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 Certifications DOCs (DP/HDMI/ISF/ISV)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Tài liệu chứng nhận hiển thị (DP/HDMI/ISF/ISV)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75555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628-xxxxx-xxxx-xxx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FTP (Functional Test Procedure)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FTP(Quy trình kiểm tra chức năng)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569800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641-xxxxx-xxxx-xxx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FTP (Functional Test Procedure)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FTP(Quy trình kiểm tra chức năng)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189670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644-xxxxx-xxxx-xxx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 Report Summary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Tóm tắt báo cáo chất lượng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832433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653-xxxxx-xxxx-xxx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 SW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 của </a:t>
                      </a: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075763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680-xxxxx-xxxx-xxx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 System Level Thermal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Mức nhiệt hệ thống </a:t>
                      </a: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874700"/>
                  </a:ext>
                </a:extLst>
              </a:tr>
              <a:tr h="194845"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608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PCB Assembly Artwork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Bản vẽ lắp ráp PCB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432008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580-xxxxx-xxxx-xxx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ASM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Nhiệt ASM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216657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606-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 Fabrication Artwork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Bản vẽ chế tạo PCB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012586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682-xxxxx-xxxx-xxx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 System Level Mechanical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Hệ thống 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350670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..xxx-xxxx-xxx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Components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Thành phần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931843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 Assembly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Lắp ráp PCB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652033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 Ordering Number &amp; Sub-BOM Fabrication Instructions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Số đặt  hàng PCB và hướng dẫn chế tạo Sub-BOM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694438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 Assembly Instructions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Hướng dẫn lắp ráp Sub-BOM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003032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Searchable PDF of ASSY Drawing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Bản vẽ Assy </a:t>
                      </a: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PDF(CKT)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906305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20150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Components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Thành phần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563249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602-xxxxx-xxxx-xxx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SKU Schematics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Sơ đồ SKU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59641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625-1xxxx-xxxx-xxx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MPI (Mfg Process Instruction)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Quy trình sản xuất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760159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625-2xxxx-xxxx-xxx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 Rework Instructions (As Needed)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Hướng dẫn làm lại(Khi cần)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496799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632-xxxxx-xxxx-xxx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ICT Coverage Spec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Mô tả ICT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747714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685-xxxxx-xxxx-xx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 Board Level Components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Thành phần cấp độ Sub-BOM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579815"/>
                  </a:ext>
                </a:extLst>
              </a:tr>
              <a:tr h="218599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500-xxxxx-xxxx-xxxx 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Sub-BOM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058" marR="8058" marT="805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6044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1976DC-66D2-46F2-BE3D-8C8DE8ECBEA2}"/>
              </a:ext>
            </a:extLst>
          </p:cNvPr>
          <p:cNvSpPr txBox="1"/>
          <p:nvPr/>
        </p:nvSpPr>
        <p:spPr>
          <a:xfrm>
            <a:off x="225778" y="282222"/>
            <a:ext cx="212713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Tải BOM FG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42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2523F2-E53F-4B46-9E2D-B18AEE87021B}"/>
              </a:ext>
            </a:extLst>
          </p:cNvPr>
          <p:cNvSpPr txBox="1"/>
          <p:nvPr/>
        </p:nvSpPr>
        <p:spPr>
          <a:xfrm>
            <a:off x="225778" y="282222"/>
            <a:ext cx="239475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</a:t>
            </a:r>
            <a:r>
              <a:rPr lang="vi-VN" sz="2000" b="1" dirty="0">
                <a:latin typeface="+mj-lt"/>
              </a:rPr>
              <a:t>. Mô tả BOM FG</a:t>
            </a:r>
            <a:endParaRPr lang="en-US" sz="2000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C5BAE-2D7C-46A7-9AFA-31A655249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40" y="788709"/>
            <a:ext cx="9724520" cy="57982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65956C-E7CD-4AE4-9378-D57AAF56ABD1}"/>
              </a:ext>
            </a:extLst>
          </p:cNvPr>
          <p:cNvSpPr/>
          <p:nvPr/>
        </p:nvSpPr>
        <p:spPr>
          <a:xfrm flipH="1">
            <a:off x="1990244" y="3714673"/>
            <a:ext cx="1522389" cy="246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F4F3E-2925-4884-BA30-5714C175B663}"/>
              </a:ext>
            </a:extLst>
          </p:cNvPr>
          <p:cNvSpPr txBox="1"/>
          <p:nvPr/>
        </p:nvSpPr>
        <p:spPr>
          <a:xfrm>
            <a:off x="3159158" y="2782669"/>
            <a:ext cx="2550267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1. Tìm kiếm và click để mở bản vẽ Assy (CKT)</a:t>
            </a:r>
            <a:endParaRPr lang="en-US">
              <a:latin typeface="+mj-lt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825824A-7110-4DB9-B21C-D98712844BF4}"/>
              </a:ext>
            </a:extLst>
          </p:cNvPr>
          <p:cNvCxnSpPr>
            <a:cxnSpLocks/>
            <a:stCxn id="6" idx="1"/>
            <a:endCxn id="7" idx="2"/>
          </p:cNvCxnSpPr>
          <p:nvPr/>
        </p:nvCxnSpPr>
        <p:spPr>
          <a:xfrm flipV="1">
            <a:off x="3512633" y="3429000"/>
            <a:ext cx="921659" cy="40890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92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2523F2-E53F-4B46-9E2D-B18AEE87021B}"/>
              </a:ext>
            </a:extLst>
          </p:cNvPr>
          <p:cNvSpPr txBox="1"/>
          <p:nvPr/>
        </p:nvSpPr>
        <p:spPr>
          <a:xfrm>
            <a:off x="225778" y="282222"/>
            <a:ext cx="239475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</a:t>
            </a:r>
            <a:r>
              <a:rPr lang="vi-VN" sz="2000" b="1" dirty="0">
                <a:latin typeface="+mj-lt"/>
              </a:rPr>
              <a:t>. Mô tả BOM FG</a:t>
            </a:r>
            <a:endParaRPr lang="en-US" sz="20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A1852-396E-4137-B90E-B44442E4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57" y="1402884"/>
            <a:ext cx="4029637" cy="13336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451945-16D7-4FFA-938E-B4F54DF00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78" y="1402884"/>
            <a:ext cx="3781953" cy="13336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F65573-922F-4340-8828-1248DF82B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96" y="3112530"/>
            <a:ext cx="5728260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07639D-FA79-48ED-83DA-6014FFB4A07C}"/>
              </a:ext>
            </a:extLst>
          </p:cNvPr>
          <p:cNvSpPr txBox="1"/>
          <p:nvPr/>
        </p:nvSpPr>
        <p:spPr>
          <a:xfrm>
            <a:off x="864559" y="893037"/>
            <a:ext cx="150205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2. Chọn “No”</a:t>
            </a:r>
            <a:endParaRPr lang="en-US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4B765B-A1D0-48BA-ADDC-23EEED659845}"/>
              </a:ext>
            </a:extLst>
          </p:cNvPr>
          <p:cNvSpPr txBox="1"/>
          <p:nvPr/>
        </p:nvSpPr>
        <p:spPr>
          <a:xfrm>
            <a:off x="5822795" y="1885061"/>
            <a:ext cx="546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>
                <a:sym typeface="Wingdings" panose="05000000000000000000" pitchFamily="2" charset="2"/>
              </a:rPr>
              <a:t></a:t>
            </a:r>
            <a:endParaRPr lang="en-US" sz="2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1B14B-A20C-45E4-95A9-C5D9F5B54578}"/>
              </a:ext>
            </a:extLst>
          </p:cNvPr>
          <p:cNvSpPr txBox="1"/>
          <p:nvPr/>
        </p:nvSpPr>
        <p:spPr>
          <a:xfrm>
            <a:off x="6095999" y="915877"/>
            <a:ext cx="256849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3. Click để mở file CKT</a:t>
            </a:r>
            <a:endParaRPr lang="en-US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E592A6-4451-42C9-BD72-DA0BCFFCF3A3}"/>
              </a:ext>
            </a:extLst>
          </p:cNvPr>
          <p:cNvSpPr/>
          <p:nvPr/>
        </p:nvSpPr>
        <p:spPr>
          <a:xfrm flipH="1">
            <a:off x="3354211" y="2318625"/>
            <a:ext cx="883252" cy="335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D80E3E-31B0-4A4D-BDD4-D522539CF7E6}"/>
              </a:ext>
            </a:extLst>
          </p:cNvPr>
          <p:cNvSpPr/>
          <p:nvPr/>
        </p:nvSpPr>
        <p:spPr>
          <a:xfrm flipH="1">
            <a:off x="6938621" y="2230243"/>
            <a:ext cx="1815085" cy="422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0A463D-5AD7-4D46-98EE-2A70D0D4A604}"/>
              </a:ext>
            </a:extLst>
          </p:cNvPr>
          <p:cNvSpPr txBox="1"/>
          <p:nvPr/>
        </p:nvSpPr>
        <p:spPr>
          <a:xfrm>
            <a:off x="1357262" y="4426920"/>
            <a:ext cx="533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>
                <a:sym typeface="Wingdings" panose="05000000000000000000" pitchFamily="2" charset="2"/>
              </a:rPr>
              <a:t> </a:t>
            </a:r>
            <a:endParaRPr lang="en-US" sz="2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B0BB4-DA77-4FC7-83A3-8C8C42EE8A6E}"/>
              </a:ext>
            </a:extLst>
          </p:cNvPr>
          <p:cNvSpPr txBox="1"/>
          <p:nvPr/>
        </p:nvSpPr>
        <p:spPr>
          <a:xfrm>
            <a:off x="2441401" y="3341009"/>
            <a:ext cx="1386469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Bản vẽ CKT</a:t>
            </a:r>
            <a:endParaRPr lang="en-US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8FDAC-C136-46CB-8F30-B8AA16944137}"/>
              </a:ext>
            </a:extLst>
          </p:cNvPr>
          <p:cNvSpPr txBox="1"/>
          <p:nvPr/>
        </p:nvSpPr>
        <p:spPr>
          <a:xfrm>
            <a:off x="8753706" y="4426920"/>
            <a:ext cx="221569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Các mô tả khác cách mở cũng tương tự.</a:t>
            </a: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777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C1B47-CF86-412B-BBDF-E9DB37558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05" y="820716"/>
            <a:ext cx="9625189" cy="5755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2523F2-E53F-4B46-9E2D-B18AEE87021B}"/>
              </a:ext>
            </a:extLst>
          </p:cNvPr>
          <p:cNvSpPr txBox="1"/>
          <p:nvPr/>
        </p:nvSpPr>
        <p:spPr>
          <a:xfrm>
            <a:off x="225778" y="282222"/>
            <a:ext cx="212713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liệu</a:t>
            </a:r>
            <a:endParaRPr lang="en-US" sz="2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A6141-F23E-49EB-B78C-745F2BA4C939}"/>
              </a:ext>
            </a:extLst>
          </p:cNvPr>
          <p:cNvSpPr/>
          <p:nvPr/>
        </p:nvSpPr>
        <p:spPr>
          <a:xfrm flipH="1">
            <a:off x="5653666" y="6167941"/>
            <a:ext cx="442333" cy="266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7F8EF-BBC9-4FAA-A986-1AFC0C4192E5}"/>
              </a:ext>
            </a:extLst>
          </p:cNvPr>
          <p:cNvSpPr txBox="1"/>
          <p:nvPr/>
        </p:nvSpPr>
        <p:spPr>
          <a:xfrm>
            <a:off x="5874832" y="5667952"/>
            <a:ext cx="104531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Bom liệu</a:t>
            </a:r>
            <a:endParaRPr lang="en-US">
              <a:latin typeface="+mj-lt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F2904DC-F17D-4AD7-8BBC-C542F8036CE4}"/>
              </a:ext>
            </a:extLst>
          </p:cNvPr>
          <p:cNvCxnSpPr>
            <a:cxnSpLocks/>
            <a:stCxn id="6" idx="1"/>
            <a:endCxn id="7" idx="2"/>
          </p:cNvCxnSpPr>
          <p:nvPr/>
        </p:nvCxnSpPr>
        <p:spPr>
          <a:xfrm flipV="1">
            <a:off x="6095999" y="6037284"/>
            <a:ext cx="301490" cy="2638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687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C96CC-0BB1-43D5-8DB8-C2FEF2A68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65" y="878692"/>
            <a:ext cx="9756669" cy="58268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9D2E68E-1A70-4688-B38F-D73D816EB9D1}"/>
              </a:ext>
            </a:extLst>
          </p:cNvPr>
          <p:cNvSpPr/>
          <p:nvPr/>
        </p:nvSpPr>
        <p:spPr>
          <a:xfrm flipH="1">
            <a:off x="1828796" y="2577248"/>
            <a:ext cx="1025916" cy="2328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A39C8-93AB-4CE2-958E-723D9BCCDA4E}"/>
              </a:ext>
            </a:extLst>
          </p:cNvPr>
          <p:cNvSpPr txBox="1"/>
          <p:nvPr/>
        </p:nvSpPr>
        <p:spPr>
          <a:xfrm>
            <a:off x="1621572" y="1793492"/>
            <a:ext cx="146267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vị trí liệu</a:t>
            </a:r>
            <a:endParaRPr lang="en-US">
              <a:latin typeface="+mj-lt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2678D9C-C5C3-48BA-B1DF-D13939849DD3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rot="5400000" flipH="1" flipV="1">
            <a:off x="2140119" y="2364459"/>
            <a:ext cx="414424" cy="1115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78C8E-C848-4539-A729-F026897645BB}"/>
              </a:ext>
            </a:extLst>
          </p:cNvPr>
          <p:cNvSpPr/>
          <p:nvPr/>
        </p:nvSpPr>
        <p:spPr>
          <a:xfrm flipH="1">
            <a:off x="3024770" y="2566096"/>
            <a:ext cx="550123" cy="2663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B17D6-165F-4403-ADB5-EF86BCFC35FC}"/>
              </a:ext>
            </a:extLst>
          </p:cNvPr>
          <p:cNvSpPr txBox="1"/>
          <p:nvPr/>
        </p:nvSpPr>
        <p:spPr>
          <a:xfrm>
            <a:off x="3245937" y="2066107"/>
            <a:ext cx="1199656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Mã số liệu</a:t>
            </a:r>
            <a:endParaRPr lang="en-US">
              <a:latin typeface="+mj-lt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57AFA14-8CC5-4F7F-9C23-70FBFD3A2A4A}"/>
              </a:ext>
            </a:extLst>
          </p:cNvPr>
          <p:cNvCxnSpPr>
            <a:cxnSpLocks/>
            <a:stCxn id="21" idx="1"/>
            <a:endCxn id="22" idx="2"/>
          </p:cNvCxnSpPr>
          <p:nvPr/>
        </p:nvCxnSpPr>
        <p:spPr>
          <a:xfrm flipV="1">
            <a:off x="3574893" y="2435439"/>
            <a:ext cx="270872" cy="26381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2523F2-E53F-4B46-9E2D-B18AEE87021B}"/>
              </a:ext>
            </a:extLst>
          </p:cNvPr>
          <p:cNvSpPr txBox="1"/>
          <p:nvPr/>
        </p:nvSpPr>
        <p:spPr>
          <a:xfrm>
            <a:off x="225778" y="282222"/>
            <a:ext cx="2127130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BOM liệu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81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2E3EF-4605-4213-981C-1D2C37FE06F1}"/>
              </a:ext>
            </a:extLst>
          </p:cNvPr>
          <p:cNvSpPr txBox="1"/>
          <p:nvPr/>
        </p:nvSpPr>
        <p:spPr>
          <a:xfrm>
            <a:off x="225777" y="240658"/>
            <a:ext cx="275894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DA(Deviation)</a:t>
            </a:r>
            <a:endParaRPr lang="en-US" sz="2000" b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9B5E1-9621-4BA7-B0CE-507102DA6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84" y="840723"/>
            <a:ext cx="10289832" cy="56583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43C4D1-0E05-471E-9236-ABB86BA18968}"/>
              </a:ext>
            </a:extLst>
          </p:cNvPr>
          <p:cNvSpPr/>
          <p:nvPr/>
        </p:nvSpPr>
        <p:spPr>
          <a:xfrm>
            <a:off x="9892253" y="1605465"/>
            <a:ext cx="1090829" cy="2449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15488-0608-44A0-A5A7-34DB9965E6F7}"/>
              </a:ext>
            </a:extLst>
          </p:cNvPr>
          <p:cNvSpPr txBox="1"/>
          <p:nvPr/>
        </p:nvSpPr>
        <p:spPr>
          <a:xfrm>
            <a:off x="8478382" y="1071571"/>
            <a:ext cx="195928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Tìm kiếm theo DA</a:t>
            </a:r>
            <a:endParaRPr lang="en-US">
              <a:latin typeface="+mj-lt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8536084-FB3A-462C-8899-01FA3FCD4914}"/>
              </a:ext>
            </a:extLst>
          </p:cNvPr>
          <p:cNvCxnSpPr>
            <a:cxnSpLocks/>
            <a:stCxn id="6" idx="1"/>
            <a:endCxn id="7" idx="2"/>
          </p:cNvCxnSpPr>
          <p:nvPr/>
        </p:nvCxnSpPr>
        <p:spPr>
          <a:xfrm rot="10800000">
            <a:off x="9458025" y="1440904"/>
            <a:ext cx="434228" cy="28703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64491-9742-450C-A199-6465D3BDB7FB}"/>
              </a:ext>
            </a:extLst>
          </p:cNvPr>
          <p:cNvSpPr/>
          <p:nvPr/>
        </p:nvSpPr>
        <p:spPr>
          <a:xfrm>
            <a:off x="8478382" y="1929160"/>
            <a:ext cx="231968" cy="2977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AB0C6-D554-4EB6-8A32-FF5B97C3AF67}"/>
              </a:ext>
            </a:extLst>
          </p:cNvPr>
          <p:cNvSpPr txBox="1"/>
          <p:nvPr/>
        </p:nvSpPr>
        <p:spPr>
          <a:xfrm>
            <a:off x="8912611" y="2817192"/>
            <a:ext cx="195928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Xem thông tin DA</a:t>
            </a:r>
            <a:endParaRPr lang="en-US">
              <a:latin typeface="+mj-lt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2E4B1EB-83E2-42B9-B713-C7E5D3B4A4C6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8710350" y="3186524"/>
            <a:ext cx="1181903" cy="23132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E084CAB-C676-4D57-A328-5A2EFF86F00D}"/>
              </a:ext>
            </a:extLst>
          </p:cNvPr>
          <p:cNvSpPr/>
          <p:nvPr/>
        </p:nvSpPr>
        <p:spPr>
          <a:xfrm>
            <a:off x="5919612" y="1778002"/>
            <a:ext cx="492340" cy="3128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0533A6-F735-4891-9E4A-B25C78EB524F}"/>
              </a:ext>
            </a:extLst>
          </p:cNvPr>
          <p:cNvSpPr txBox="1"/>
          <p:nvPr/>
        </p:nvSpPr>
        <p:spPr>
          <a:xfrm>
            <a:off x="6916738" y="2781014"/>
            <a:ext cx="94541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Tên DA</a:t>
            </a:r>
            <a:endParaRPr lang="en-US">
              <a:latin typeface="+mj-lt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78709BD-F8AF-4EF6-8FE3-C385A750FEDB}"/>
              </a:ext>
            </a:extLst>
          </p:cNvPr>
          <p:cNvCxnSpPr>
            <a:cxnSpLocks/>
            <a:stCxn id="17" idx="3"/>
            <a:endCxn id="18" idx="2"/>
          </p:cNvCxnSpPr>
          <p:nvPr/>
        </p:nvCxnSpPr>
        <p:spPr>
          <a:xfrm flipV="1">
            <a:off x="6411952" y="3150346"/>
            <a:ext cx="977492" cy="19192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B583CF-D100-4E37-BE47-018610F40D53}"/>
              </a:ext>
            </a:extLst>
          </p:cNvPr>
          <p:cNvSpPr/>
          <p:nvPr/>
        </p:nvSpPr>
        <p:spPr>
          <a:xfrm>
            <a:off x="1348482" y="3417849"/>
            <a:ext cx="1090829" cy="2449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F3A13F-3245-4EBB-87E0-6FFD39F632EF}"/>
              </a:ext>
            </a:extLst>
          </p:cNvPr>
          <p:cNvSpPr txBox="1"/>
          <p:nvPr/>
        </p:nvSpPr>
        <p:spPr>
          <a:xfrm>
            <a:off x="2439311" y="2504015"/>
            <a:ext cx="1090829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Thư mục chứa DA</a:t>
            </a:r>
            <a:endParaRPr lang="en-US">
              <a:latin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0801FE1-FD42-4A67-BE78-9F7F4AE8DB91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 flipV="1">
            <a:off x="2439311" y="3150346"/>
            <a:ext cx="545415" cy="38998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045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9DB6AE-BECC-472A-8858-B460DF82B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9" y="922786"/>
            <a:ext cx="10296521" cy="56529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72E3EF-4605-4213-981C-1D2C37FE06F1}"/>
              </a:ext>
            </a:extLst>
          </p:cNvPr>
          <p:cNvSpPr txBox="1"/>
          <p:nvPr/>
        </p:nvSpPr>
        <p:spPr>
          <a:xfrm>
            <a:off x="225777" y="240658"/>
            <a:ext cx="275894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DA(Deviation)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770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FC4A80-21D5-466A-AD3E-FFAB247D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30" y="905443"/>
            <a:ext cx="10470539" cy="5751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72E3EF-4605-4213-981C-1D2C37FE06F1}"/>
              </a:ext>
            </a:extLst>
          </p:cNvPr>
          <p:cNvSpPr txBox="1"/>
          <p:nvPr/>
        </p:nvSpPr>
        <p:spPr>
          <a:xfrm>
            <a:off x="225777" y="240658"/>
            <a:ext cx="275894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DA(Deviation)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7843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BFD404-D5CF-4B3A-8461-12F7408516CA}"/>
              </a:ext>
            </a:extLst>
          </p:cNvPr>
          <p:cNvSpPr txBox="1"/>
          <p:nvPr/>
        </p:nvSpPr>
        <p:spPr>
          <a:xfrm>
            <a:off x="225777" y="282222"/>
            <a:ext cx="2651238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ECO(ECN)</a:t>
            </a:r>
            <a:endParaRPr lang="en-US" sz="20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5188D-3A5E-448B-98F4-FE8B7A206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0" y="861654"/>
            <a:ext cx="3781953" cy="5134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8249BE-F91D-4054-9D27-2D41EF5949A1}"/>
              </a:ext>
            </a:extLst>
          </p:cNvPr>
          <p:cNvSpPr/>
          <p:nvPr/>
        </p:nvSpPr>
        <p:spPr>
          <a:xfrm>
            <a:off x="1776463" y="4036925"/>
            <a:ext cx="1883841" cy="19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C70AE-7D7D-4DBA-A1DC-D6F4902F8175}"/>
              </a:ext>
            </a:extLst>
          </p:cNvPr>
          <p:cNvSpPr txBox="1"/>
          <p:nvPr/>
        </p:nvSpPr>
        <p:spPr>
          <a:xfrm>
            <a:off x="5540355" y="2897038"/>
            <a:ext cx="407931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1. Chọn Foxconn Vietnam NND, NVIDIA</a:t>
            </a:r>
            <a:endParaRPr lang="en-US">
              <a:latin typeface="+mj-lt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4A91F37-4794-4836-B147-AEC62B4709A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3660304" y="3081704"/>
            <a:ext cx="1880051" cy="105047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AADEE9E-0BC8-4B53-B539-8BC59D1DF89D}"/>
              </a:ext>
            </a:extLst>
          </p:cNvPr>
          <p:cNvSpPr/>
          <p:nvPr/>
        </p:nvSpPr>
        <p:spPr>
          <a:xfrm>
            <a:off x="2190531" y="4902730"/>
            <a:ext cx="686484" cy="19050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1A2A8-7C28-4674-B54D-8D553913CEAB}"/>
              </a:ext>
            </a:extLst>
          </p:cNvPr>
          <p:cNvSpPr txBox="1"/>
          <p:nvPr/>
        </p:nvSpPr>
        <p:spPr>
          <a:xfrm>
            <a:off x="5540354" y="4813314"/>
            <a:ext cx="2209743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2. Chọn ECO Tracker</a:t>
            </a:r>
            <a:endParaRPr lang="en-US">
              <a:latin typeface="+mj-lt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105D956-70A6-4963-A690-C43C057483B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2877015" y="4997980"/>
            <a:ext cx="2663339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242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24757C8-8D55-4C05-8E2C-99669B7A3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97" y="852893"/>
            <a:ext cx="10636405" cy="584965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45A770B-CA51-4972-B345-670F78E54B14}"/>
              </a:ext>
            </a:extLst>
          </p:cNvPr>
          <p:cNvSpPr/>
          <p:nvPr/>
        </p:nvSpPr>
        <p:spPr>
          <a:xfrm>
            <a:off x="1118541" y="1422109"/>
            <a:ext cx="3018561" cy="272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F87DD-3AF7-46CE-B8C1-4D7AD2448BAA}"/>
              </a:ext>
            </a:extLst>
          </p:cNvPr>
          <p:cNvSpPr txBox="1"/>
          <p:nvPr/>
        </p:nvSpPr>
        <p:spPr>
          <a:xfrm>
            <a:off x="4477846" y="1099488"/>
            <a:ext cx="435077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1. Xuất báo cáo theo dõi ECO theo thời gian</a:t>
            </a:r>
            <a:endParaRPr lang="en-US">
              <a:latin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A008CE6-C831-448F-98BB-22163F0F29F2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4137102" y="1284154"/>
            <a:ext cx="340744" cy="27439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55EFFE9-341D-4445-A005-63880B92E7F7}"/>
              </a:ext>
            </a:extLst>
          </p:cNvPr>
          <p:cNvSpPr/>
          <p:nvPr/>
        </p:nvSpPr>
        <p:spPr>
          <a:xfrm>
            <a:off x="1118541" y="1881168"/>
            <a:ext cx="3018561" cy="272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F64CEF-D4C0-484A-B4F3-4866832C4F1F}"/>
              </a:ext>
            </a:extLst>
          </p:cNvPr>
          <p:cNvSpPr txBox="1"/>
          <p:nvPr/>
        </p:nvSpPr>
        <p:spPr>
          <a:xfrm>
            <a:off x="8667919" y="2924978"/>
            <a:ext cx="2316034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4. Tìm kiếm theo ECO</a:t>
            </a:r>
            <a:endParaRPr lang="en-US">
              <a:latin typeface="+mj-lt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425E2BB-DC9E-4EC0-8DA9-D789D3E66B01}"/>
              </a:ext>
            </a:extLst>
          </p:cNvPr>
          <p:cNvCxnSpPr>
            <a:cxnSpLocks/>
            <a:stCxn id="30" idx="1"/>
            <a:endCxn id="22" idx="0"/>
          </p:cNvCxnSpPr>
          <p:nvPr/>
        </p:nvCxnSpPr>
        <p:spPr>
          <a:xfrm rot="10800000" flipV="1">
            <a:off x="9825936" y="2485028"/>
            <a:ext cx="176708" cy="43995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42D397D-EE00-4682-B054-FAA60A8BB2AC}"/>
              </a:ext>
            </a:extLst>
          </p:cNvPr>
          <p:cNvSpPr/>
          <p:nvPr/>
        </p:nvSpPr>
        <p:spPr>
          <a:xfrm>
            <a:off x="1088952" y="2206395"/>
            <a:ext cx="10240687" cy="4160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B0E013-E7FB-4BD4-AE5E-F6E50A4B5BB2}"/>
              </a:ext>
            </a:extLst>
          </p:cNvPr>
          <p:cNvSpPr txBox="1"/>
          <p:nvPr/>
        </p:nvSpPr>
        <p:spPr>
          <a:xfrm>
            <a:off x="1250645" y="5820441"/>
            <a:ext cx="275435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3. Hiển thị tất cả các ECO </a:t>
            </a:r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2FBEDA-46BE-4F6A-A1F0-7D006DC4AEAA}"/>
              </a:ext>
            </a:extLst>
          </p:cNvPr>
          <p:cNvSpPr/>
          <p:nvPr/>
        </p:nvSpPr>
        <p:spPr>
          <a:xfrm>
            <a:off x="10002644" y="2371821"/>
            <a:ext cx="1226634" cy="2264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4D68D-2E1E-4470-B6EE-101150D0C6F1}"/>
              </a:ext>
            </a:extLst>
          </p:cNvPr>
          <p:cNvSpPr txBox="1"/>
          <p:nvPr/>
        </p:nvSpPr>
        <p:spPr>
          <a:xfrm>
            <a:off x="4586718" y="1650880"/>
            <a:ext cx="301856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>
                <a:latin typeface="+mj-lt"/>
              </a:rPr>
              <a:t>2. Nhập báo cáo theo dõi ECO</a:t>
            </a:r>
            <a:endParaRPr lang="en-US">
              <a:latin typeface="+mj-lt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58407E1-36E7-442D-9C19-B17ED4128A86}"/>
              </a:ext>
            </a:extLst>
          </p:cNvPr>
          <p:cNvCxnSpPr>
            <a:cxnSpLocks/>
            <a:stCxn id="21" idx="3"/>
            <a:endCxn id="38" idx="1"/>
          </p:cNvCxnSpPr>
          <p:nvPr/>
        </p:nvCxnSpPr>
        <p:spPr>
          <a:xfrm flipV="1">
            <a:off x="4137102" y="1835546"/>
            <a:ext cx="449616" cy="18206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BFD404-D5CF-4B3A-8461-12F7408516CA}"/>
              </a:ext>
            </a:extLst>
          </p:cNvPr>
          <p:cNvSpPr txBox="1"/>
          <p:nvPr/>
        </p:nvSpPr>
        <p:spPr>
          <a:xfrm>
            <a:off x="225777" y="282222"/>
            <a:ext cx="2651238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latin typeface="+mj-lt"/>
              </a:rPr>
              <a:t>VII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vi-VN" sz="2000" b="1" dirty="0" smtClean="0">
                <a:latin typeface="+mj-lt"/>
              </a:rPr>
              <a:t>. </a:t>
            </a:r>
            <a:r>
              <a:rPr lang="vi-VN" sz="2000" b="1" dirty="0">
                <a:latin typeface="+mj-lt"/>
              </a:rPr>
              <a:t>Mở ECO(ECN)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330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16692</TotalTime>
  <Words>646</Words>
  <Application>Microsoft Office PowerPoint</Application>
  <PresentationFormat>Widescreen</PresentationFormat>
  <Paragraphs>156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鄧氏金圈</dc:creator>
  <cp:lastModifiedBy>阮氏娟</cp:lastModifiedBy>
  <cp:revision>33</cp:revision>
  <dcterms:created xsi:type="dcterms:W3CDTF">2024-11-27T06:48:38Z</dcterms:created>
  <dcterms:modified xsi:type="dcterms:W3CDTF">2025-03-21T08:53:50Z</dcterms:modified>
</cp:coreProperties>
</file>